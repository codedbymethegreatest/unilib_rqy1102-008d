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ns Bold" charset="1" panose="020B0806030504020204"/>
      <p:regular r:id="rId19"/>
    </p:embeddedFont>
    <p:embeddedFont>
      <p:font typeface="Open Sans" charset="1" panose="020B0606030504020204"/>
      <p:regular r:id="rId20"/>
    </p:embeddedFont>
    <p:embeddedFont>
      <p:font typeface="Cristik" charset="1" panose="02000503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seba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manuelex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pn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pn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7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jpe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5.png" Type="http://schemas.openxmlformats.org/officeDocument/2006/relationships/image"/><Relationship Id="rId17" Target="../media/image6.svg" Type="http://schemas.openxmlformats.org/officeDocument/2006/relationships/image"/><Relationship Id="rId18" Target="../media/image7.png" Type="http://schemas.openxmlformats.org/officeDocument/2006/relationships/image"/><Relationship Id="rId19" Target="../media/image8.png" Type="http://schemas.openxmlformats.org/officeDocument/2006/relationships/image"/><Relationship Id="rId2" Target="../media/image13.png" Type="http://schemas.openxmlformats.org/officeDocument/2006/relationships/image"/><Relationship Id="rId20" Target="../media/image9.png" Type="http://schemas.openxmlformats.org/officeDocument/2006/relationships/image"/><Relationship Id="rId21" Target="../media/image10.svg" Type="http://schemas.openxmlformats.org/officeDocument/2006/relationships/image"/><Relationship Id="rId3" Target="../media/image14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43.jpe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9877" y="4620475"/>
            <a:ext cx="3951958" cy="603589"/>
            <a:chOff x="0" y="0"/>
            <a:chExt cx="1040845" cy="158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0845" cy="158970"/>
            </a:xfrm>
            <a:custGeom>
              <a:avLst/>
              <a:gdLst/>
              <a:ahLst/>
              <a:cxnLst/>
              <a:rect r="r" b="b" t="t" l="l"/>
              <a:pathLst>
                <a:path h="158970" w="1040845">
                  <a:moveTo>
                    <a:pt x="79485" y="0"/>
                  </a:moveTo>
                  <a:lnTo>
                    <a:pt x="961360" y="0"/>
                  </a:lnTo>
                  <a:cubicBezTo>
                    <a:pt x="1005258" y="0"/>
                    <a:pt x="1040845" y="35587"/>
                    <a:pt x="1040845" y="79485"/>
                  </a:cubicBezTo>
                  <a:lnTo>
                    <a:pt x="1040845" y="79485"/>
                  </a:lnTo>
                  <a:cubicBezTo>
                    <a:pt x="1040845" y="123383"/>
                    <a:pt x="1005258" y="158970"/>
                    <a:pt x="961360" y="158970"/>
                  </a:cubicBezTo>
                  <a:lnTo>
                    <a:pt x="79485" y="158970"/>
                  </a:lnTo>
                  <a:cubicBezTo>
                    <a:pt x="35587" y="158970"/>
                    <a:pt x="0" y="123383"/>
                    <a:pt x="0" y="79485"/>
                  </a:cubicBezTo>
                  <a:lnTo>
                    <a:pt x="0" y="79485"/>
                  </a:lnTo>
                  <a:cubicBezTo>
                    <a:pt x="0" y="35587"/>
                    <a:pt x="35587" y="0"/>
                    <a:pt x="7948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0845" cy="197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29877" y="4578945"/>
            <a:ext cx="686649" cy="686649"/>
          </a:xfrm>
          <a:custGeom>
            <a:avLst/>
            <a:gdLst/>
            <a:ahLst/>
            <a:cxnLst/>
            <a:rect r="r" b="b" t="t" l="l"/>
            <a:pathLst>
              <a:path h="686649" w="686649">
                <a:moveTo>
                  <a:pt x="0" y="0"/>
                </a:moveTo>
                <a:lnTo>
                  <a:pt x="686649" y="0"/>
                </a:lnTo>
                <a:lnTo>
                  <a:pt x="686649" y="686649"/>
                </a:lnTo>
                <a:lnTo>
                  <a:pt x="0" y="6866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636682" y="-242357"/>
            <a:ext cx="23561363" cy="2975649"/>
            <a:chOff x="0" y="0"/>
            <a:chExt cx="6205462" cy="7837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05462" cy="783710"/>
            </a:xfrm>
            <a:custGeom>
              <a:avLst/>
              <a:gdLst/>
              <a:ahLst/>
              <a:cxnLst/>
              <a:rect r="r" b="b" t="t" l="l"/>
              <a:pathLst>
                <a:path h="783710" w="6205462">
                  <a:moveTo>
                    <a:pt x="16758" y="0"/>
                  </a:moveTo>
                  <a:lnTo>
                    <a:pt x="6188704" y="0"/>
                  </a:lnTo>
                  <a:cubicBezTo>
                    <a:pt x="6193149" y="0"/>
                    <a:pt x="6197411" y="1766"/>
                    <a:pt x="6200554" y="4908"/>
                  </a:cubicBezTo>
                  <a:cubicBezTo>
                    <a:pt x="6203697" y="8051"/>
                    <a:pt x="6205462" y="12313"/>
                    <a:pt x="6205462" y="16758"/>
                  </a:cubicBezTo>
                  <a:lnTo>
                    <a:pt x="6205462" y="766952"/>
                  </a:lnTo>
                  <a:cubicBezTo>
                    <a:pt x="6205462" y="771397"/>
                    <a:pt x="6203697" y="775659"/>
                    <a:pt x="6200554" y="778802"/>
                  </a:cubicBezTo>
                  <a:cubicBezTo>
                    <a:pt x="6197411" y="781945"/>
                    <a:pt x="6193149" y="783710"/>
                    <a:pt x="6188704" y="783710"/>
                  </a:cubicBezTo>
                  <a:lnTo>
                    <a:pt x="16758" y="783710"/>
                  </a:lnTo>
                  <a:cubicBezTo>
                    <a:pt x="12313" y="783710"/>
                    <a:pt x="8051" y="781945"/>
                    <a:pt x="4908" y="778802"/>
                  </a:cubicBezTo>
                  <a:cubicBezTo>
                    <a:pt x="1766" y="775659"/>
                    <a:pt x="0" y="771397"/>
                    <a:pt x="0" y="766952"/>
                  </a:cubicBezTo>
                  <a:lnTo>
                    <a:pt x="0" y="16758"/>
                  </a:lnTo>
                  <a:cubicBezTo>
                    <a:pt x="0" y="12313"/>
                    <a:pt x="1766" y="8051"/>
                    <a:pt x="4908" y="4908"/>
                  </a:cubicBezTo>
                  <a:cubicBezTo>
                    <a:pt x="8051" y="1766"/>
                    <a:pt x="12313" y="0"/>
                    <a:pt x="16758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205462" cy="821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316427" y="3645625"/>
            <a:ext cx="5102708" cy="5047042"/>
          </a:xfrm>
          <a:custGeom>
            <a:avLst/>
            <a:gdLst/>
            <a:ahLst/>
            <a:cxnLst/>
            <a:rect r="r" b="b" t="t" l="l"/>
            <a:pathLst>
              <a:path h="5047042" w="5102708">
                <a:moveTo>
                  <a:pt x="0" y="0"/>
                </a:moveTo>
                <a:lnTo>
                  <a:pt x="5102708" y="0"/>
                </a:lnTo>
                <a:lnTo>
                  <a:pt x="5102708" y="5047042"/>
                </a:lnTo>
                <a:lnTo>
                  <a:pt x="0" y="50470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06230" y="474724"/>
            <a:ext cx="9486371" cy="185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DE GESTIÓN DE BIBLIOTECA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3984" y="4730626"/>
            <a:ext cx="5285626" cy="40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b="true" sz="2799" spc="12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Presentado por: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06976" y="4730626"/>
            <a:ext cx="5285626" cy="40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799" spc="12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CHURRASCO DINÁMICO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7472" y="6581486"/>
            <a:ext cx="528562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300" spc="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Integrantes: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58374" y="7772809"/>
            <a:ext cx="528562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300" spc="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Manuel Huenchullán.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58374" y="7030987"/>
            <a:ext cx="528562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300" spc="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Benjamín Moya.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58374" y="7372363"/>
            <a:ext cx="528562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300" spc="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Jean Lefiman.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58374" y="6658892"/>
            <a:ext cx="528562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300" spc="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Corina Urrutia.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7472" y="6178671"/>
            <a:ext cx="528562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300" spc="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Sección: </a:t>
            </a:r>
            <a:r>
              <a:rPr lang="en-US" sz="2300" spc="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008D.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7472" y="5732520"/>
            <a:ext cx="528562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300" spc="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Docente: </a:t>
            </a:r>
            <a:r>
              <a:rPr lang="en-US" sz="2300" spc="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Mallen González.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31281" y="2342767"/>
            <a:ext cx="528562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b="true" sz="2300" spc="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Fecha:        16-04-2026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4325" y="9698800"/>
            <a:ext cx="704503" cy="780973"/>
          </a:xfrm>
          <a:custGeom>
            <a:avLst/>
            <a:gdLst/>
            <a:ahLst/>
            <a:cxnLst/>
            <a:rect r="r" b="b" t="t" l="l"/>
            <a:pathLst>
              <a:path h="780973" w="704503">
                <a:moveTo>
                  <a:pt x="0" y="0"/>
                </a:moveTo>
                <a:lnTo>
                  <a:pt x="704502" y="0"/>
                </a:lnTo>
                <a:lnTo>
                  <a:pt x="704502" y="780973"/>
                </a:lnTo>
                <a:lnTo>
                  <a:pt x="0" y="7809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10172" y="9536259"/>
            <a:ext cx="252808" cy="249849"/>
          </a:xfrm>
          <a:custGeom>
            <a:avLst/>
            <a:gdLst/>
            <a:ahLst/>
            <a:cxnLst/>
            <a:rect r="r" b="b" t="t" l="l"/>
            <a:pathLst>
              <a:path h="249849" w="252808">
                <a:moveTo>
                  <a:pt x="0" y="0"/>
                </a:moveTo>
                <a:lnTo>
                  <a:pt x="252808" y="0"/>
                </a:lnTo>
                <a:lnTo>
                  <a:pt x="252808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36576" y="9422048"/>
            <a:ext cx="478270" cy="478270"/>
          </a:xfrm>
          <a:custGeom>
            <a:avLst/>
            <a:gdLst/>
            <a:ahLst/>
            <a:cxnLst/>
            <a:rect r="r" b="b" t="t" l="l"/>
            <a:pathLst>
              <a:path h="478270" w="478270">
                <a:moveTo>
                  <a:pt x="0" y="0"/>
                </a:moveTo>
                <a:lnTo>
                  <a:pt x="478270" y="0"/>
                </a:lnTo>
                <a:lnTo>
                  <a:pt x="478270" y="478270"/>
                </a:lnTo>
                <a:lnTo>
                  <a:pt x="0" y="478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1527" y="9536259"/>
            <a:ext cx="139082" cy="249849"/>
          </a:xfrm>
          <a:custGeom>
            <a:avLst/>
            <a:gdLst/>
            <a:ahLst/>
            <a:cxnLst/>
            <a:rect r="r" b="b" t="t" l="l"/>
            <a:pathLst>
              <a:path h="249849" w="139082">
                <a:moveTo>
                  <a:pt x="0" y="0"/>
                </a:moveTo>
                <a:lnTo>
                  <a:pt x="139082" y="0"/>
                </a:lnTo>
                <a:lnTo>
                  <a:pt x="139082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858374" y="8113028"/>
            <a:ext cx="528562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300" spc="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Sebastián Pinto.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846" y="2949027"/>
            <a:ext cx="3097993" cy="99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6399">
                <a:solidFill>
                  <a:srgbClr val="401F71"/>
                </a:solidFill>
                <a:latin typeface="Cristik"/>
                <a:ea typeface="Cristik"/>
                <a:cs typeface="Cristik"/>
                <a:sym typeface="Cristik"/>
              </a:rPr>
              <a:t>UNILIB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090782" y="269201"/>
            <a:ext cx="6168518" cy="1518998"/>
          </a:xfrm>
          <a:custGeom>
            <a:avLst/>
            <a:gdLst/>
            <a:ahLst/>
            <a:cxnLst/>
            <a:rect r="r" b="b" t="t" l="l"/>
            <a:pathLst>
              <a:path h="1518998" w="6168518">
                <a:moveTo>
                  <a:pt x="0" y="0"/>
                </a:moveTo>
                <a:lnTo>
                  <a:pt x="6168518" y="0"/>
                </a:lnTo>
                <a:lnTo>
                  <a:pt x="6168518" y="1518998"/>
                </a:lnTo>
                <a:lnTo>
                  <a:pt x="0" y="15189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516194" y="-12243834"/>
            <a:ext cx="6137981" cy="21548520"/>
            <a:chOff x="0" y="0"/>
            <a:chExt cx="1616588" cy="5675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6588" cy="5675330"/>
            </a:xfrm>
            <a:custGeom>
              <a:avLst/>
              <a:gdLst/>
              <a:ahLst/>
              <a:cxnLst/>
              <a:rect r="r" b="b" t="t" l="l"/>
              <a:pathLst>
                <a:path h="5675330" w="1616588">
                  <a:moveTo>
                    <a:pt x="64327" y="0"/>
                  </a:moveTo>
                  <a:lnTo>
                    <a:pt x="1552261" y="0"/>
                  </a:lnTo>
                  <a:cubicBezTo>
                    <a:pt x="1569321" y="0"/>
                    <a:pt x="1585683" y="6777"/>
                    <a:pt x="1597747" y="18841"/>
                  </a:cubicBezTo>
                  <a:cubicBezTo>
                    <a:pt x="1609810" y="30905"/>
                    <a:pt x="1616588" y="47266"/>
                    <a:pt x="1616588" y="64327"/>
                  </a:cubicBezTo>
                  <a:lnTo>
                    <a:pt x="1616588" y="5611003"/>
                  </a:lnTo>
                  <a:cubicBezTo>
                    <a:pt x="1616588" y="5646530"/>
                    <a:pt x="1587787" y="5675330"/>
                    <a:pt x="1552261" y="5675330"/>
                  </a:cubicBezTo>
                  <a:lnTo>
                    <a:pt x="64327" y="5675330"/>
                  </a:lnTo>
                  <a:cubicBezTo>
                    <a:pt x="28800" y="5675330"/>
                    <a:pt x="0" y="5646530"/>
                    <a:pt x="0" y="5611003"/>
                  </a:cubicBezTo>
                  <a:lnTo>
                    <a:pt x="0" y="64327"/>
                  </a:lnTo>
                  <a:cubicBezTo>
                    <a:pt x="0" y="47266"/>
                    <a:pt x="6777" y="30905"/>
                    <a:pt x="18841" y="18841"/>
                  </a:cubicBezTo>
                  <a:cubicBezTo>
                    <a:pt x="30905" y="6777"/>
                    <a:pt x="47266" y="0"/>
                    <a:pt x="64327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16588" cy="571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230120" y="-1041030"/>
            <a:ext cx="2833112" cy="2640447"/>
            <a:chOff x="0" y="0"/>
            <a:chExt cx="746169" cy="6954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169" cy="695426"/>
            </a:xfrm>
            <a:custGeom>
              <a:avLst/>
              <a:gdLst/>
              <a:ahLst/>
              <a:cxnLst/>
              <a:rect r="r" b="b" t="t" l="l"/>
              <a:pathLst>
                <a:path h="695426" w="746169">
                  <a:moveTo>
                    <a:pt x="139365" y="0"/>
                  </a:moveTo>
                  <a:lnTo>
                    <a:pt x="606804" y="0"/>
                  </a:lnTo>
                  <a:cubicBezTo>
                    <a:pt x="683773" y="0"/>
                    <a:pt x="746169" y="62396"/>
                    <a:pt x="746169" y="139365"/>
                  </a:cubicBezTo>
                  <a:lnTo>
                    <a:pt x="746169" y="556061"/>
                  </a:lnTo>
                  <a:cubicBezTo>
                    <a:pt x="746169" y="633030"/>
                    <a:pt x="683773" y="695426"/>
                    <a:pt x="606804" y="695426"/>
                  </a:cubicBezTo>
                  <a:lnTo>
                    <a:pt x="139365" y="695426"/>
                  </a:lnTo>
                  <a:cubicBezTo>
                    <a:pt x="62396" y="695426"/>
                    <a:pt x="0" y="633030"/>
                    <a:pt x="0" y="556061"/>
                  </a:cubicBezTo>
                  <a:lnTo>
                    <a:pt x="0" y="139365"/>
                  </a:lnTo>
                  <a:cubicBezTo>
                    <a:pt x="0" y="62396"/>
                    <a:pt x="62396" y="0"/>
                    <a:pt x="13936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6169" cy="733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04487" y="8167283"/>
            <a:ext cx="107568" cy="10756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8557" t="0" r="-2855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765569" y="372824"/>
            <a:ext cx="10756862" cy="79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14"/>
              </a:lnSpc>
            </a:pPr>
            <a:r>
              <a:rPr lang="en-US" sz="5499" spc="-1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Introducción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342290" y="-909300"/>
            <a:ext cx="2833112" cy="2488047"/>
            <a:chOff x="0" y="0"/>
            <a:chExt cx="746169" cy="655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6169" cy="655288"/>
            </a:xfrm>
            <a:custGeom>
              <a:avLst/>
              <a:gdLst/>
              <a:ahLst/>
              <a:cxnLst/>
              <a:rect r="r" b="b" t="t" l="l"/>
              <a:pathLst>
                <a:path h="655288" w="746169">
                  <a:moveTo>
                    <a:pt x="139365" y="0"/>
                  </a:moveTo>
                  <a:lnTo>
                    <a:pt x="606804" y="0"/>
                  </a:lnTo>
                  <a:cubicBezTo>
                    <a:pt x="683773" y="0"/>
                    <a:pt x="746169" y="62396"/>
                    <a:pt x="746169" y="139365"/>
                  </a:cubicBezTo>
                  <a:lnTo>
                    <a:pt x="746169" y="515923"/>
                  </a:lnTo>
                  <a:cubicBezTo>
                    <a:pt x="746169" y="592892"/>
                    <a:pt x="683773" y="655288"/>
                    <a:pt x="606804" y="655288"/>
                  </a:cubicBezTo>
                  <a:lnTo>
                    <a:pt x="139365" y="655288"/>
                  </a:lnTo>
                  <a:cubicBezTo>
                    <a:pt x="62396" y="655288"/>
                    <a:pt x="0" y="592892"/>
                    <a:pt x="0" y="515923"/>
                  </a:cubicBezTo>
                  <a:lnTo>
                    <a:pt x="0" y="139365"/>
                  </a:lnTo>
                  <a:cubicBezTo>
                    <a:pt x="0" y="62396"/>
                    <a:pt x="62396" y="0"/>
                    <a:pt x="13936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46169" cy="693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9689" y="2241379"/>
            <a:ext cx="3809957" cy="1058888"/>
            <a:chOff x="0" y="0"/>
            <a:chExt cx="1459467" cy="4056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59467" cy="405625"/>
            </a:xfrm>
            <a:custGeom>
              <a:avLst/>
              <a:gdLst/>
              <a:ahLst/>
              <a:cxnLst/>
              <a:rect r="r" b="b" t="t" l="l"/>
              <a:pathLst>
                <a:path h="405625" w="1459467">
                  <a:moveTo>
                    <a:pt x="103633" y="0"/>
                  </a:moveTo>
                  <a:lnTo>
                    <a:pt x="1355834" y="0"/>
                  </a:lnTo>
                  <a:cubicBezTo>
                    <a:pt x="1383319" y="0"/>
                    <a:pt x="1409679" y="10918"/>
                    <a:pt x="1429114" y="30353"/>
                  </a:cubicBezTo>
                  <a:cubicBezTo>
                    <a:pt x="1448549" y="49788"/>
                    <a:pt x="1459467" y="76148"/>
                    <a:pt x="1459467" y="103633"/>
                  </a:cubicBezTo>
                  <a:lnTo>
                    <a:pt x="1459467" y="301991"/>
                  </a:lnTo>
                  <a:cubicBezTo>
                    <a:pt x="1459467" y="329477"/>
                    <a:pt x="1448549" y="355836"/>
                    <a:pt x="1429114" y="375271"/>
                  </a:cubicBezTo>
                  <a:cubicBezTo>
                    <a:pt x="1409679" y="394706"/>
                    <a:pt x="1383319" y="405625"/>
                    <a:pt x="1355834" y="405625"/>
                  </a:cubicBezTo>
                  <a:lnTo>
                    <a:pt x="103633" y="405625"/>
                  </a:lnTo>
                  <a:cubicBezTo>
                    <a:pt x="76148" y="405625"/>
                    <a:pt x="49788" y="394706"/>
                    <a:pt x="30353" y="375271"/>
                  </a:cubicBezTo>
                  <a:cubicBezTo>
                    <a:pt x="10918" y="355836"/>
                    <a:pt x="0" y="329477"/>
                    <a:pt x="0" y="301991"/>
                  </a:cubicBezTo>
                  <a:lnTo>
                    <a:pt x="0" y="103633"/>
                  </a:lnTo>
                  <a:cubicBezTo>
                    <a:pt x="0" y="76148"/>
                    <a:pt x="10918" y="49788"/>
                    <a:pt x="30353" y="30353"/>
                  </a:cubicBezTo>
                  <a:cubicBezTo>
                    <a:pt x="49788" y="10918"/>
                    <a:pt x="76148" y="0"/>
                    <a:pt x="103633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59467" cy="44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ANÁLISIS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68354" y="2241379"/>
            <a:ext cx="3809957" cy="1058888"/>
            <a:chOff x="0" y="0"/>
            <a:chExt cx="1459467" cy="4056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59467" cy="405625"/>
            </a:xfrm>
            <a:custGeom>
              <a:avLst/>
              <a:gdLst/>
              <a:ahLst/>
              <a:cxnLst/>
              <a:rect r="r" b="b" t="t" l="l"/>
              <a:pathLst>
                <a:path h="405625" w="1459467">
                  <a:moveTo>
                    <a:pt x="103633" y="0"/>
                  </a:moveTo>
                  <a:lnTo>
                    <a:pt x="1355834" y="0"/>
                  </a:lnTo>
                  <a:cubicBezTo>
                    <a:pt x="1383319" y="0"/>
                    <a:pt x="1409679" y="10918"/>
                    <a:pt x="1429114" y="30353"/>
                  </a:cubicBezTo>
                  <a:cubicBezTo>
                    <a:pt x="1448549" y="49788"/>
                    <a:pt x="1459467" y="76148"/>
                    <a:pt x="1459467" y="103633"/>
                  </a:cubicBezTo>
                  <a:lnTo>
                    <a:pt x="1459467" y="301991"/>
                  </a:lnTo>
                  <a:cubicBezTo>
                    <a:pt x="1459467" y="329477"/>
                    <a:pt x="1448549" y="355836"/>
                    <a:pt x="1429114" y="375271"/>
                  </a:cubicBezTo>
                  <a:cubicBezTo>
                    <a:pt x="1409679" y="394706"/>
                    <a:pt x="1383319" y="405625"/>
                    <a:pt x="1355834" y="405625"/>
                  </a:cubicBezTo>
                  <a:lnTo>
                    <a:pt x="103633" y="405625"/>
                  </a:lnTo>
                  <a:cubicBezTo>
                    <a:pt x="76148" y="405625"/>
                    <a:pt x="49788" y="394706"/>
                    <a:pt x="30353" y="375271"/>
                  </a:cubicBezTo>
                  <a:cubicBezTo>
                    <a:pt x="10918" y="355836"/>
                    <a:pt x="0" y="329477"/>
                    <a:pt x="0" y="301991"/>
                  </a:cubicBezTo>
                  <a:lnTo>
                    <a:pt x="0" y="103633"/>
                  </a:lnTo>
                  <a:cubicBezTo>
                    <a:pt x="0" y="76148"/>
                    <a:pt x="10918" y="49788"/>
                    <a:pt x="30353" y="30353"/>
                  </a:cubicBezTo>
                  <a:cubicBezTo>
                    <a:pt x="49788" y="10918"/>
                    <a:pt x="76148" y="0"/>
                    <a:pt x="103633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59467" cy="44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ALCANCE GENERAL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39021" y="2241379"/>
            <a:ext cx="3809957" cy="1058888"/>
            <a:chOff x="0" y="0"/>
            <a:chExt cx="1459467" cy="4056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59467" cy="405625"/>
            </a:xfrm>
            <a:custGeom>
              <a:avLst/>
              <a:gdLst/>
              <a:ahLst/>
              <a:cxnLst/>
              <a:rect r="r" b="b" t="t" l="l"/>
              <a:pathLst>
                <a:path h="405625" w="1459467">
                  <a:moveTo>
                    <a:pt x="103633" y="0"/>
                  </a:moveTo>
                  <a:lnTo>
                    <a:pt x="1355834" y="0"/>
                  </a:lnTo>
                  <a:cubicBezTo>
                    <a:pt x="1383319" y="0"/>
                    <a:pt x="1409679" y="10918"/>
                    <a:pt x="1429114" y="30353"/>
                  </a:cubicBezTo>
                  <a:cubicBezTo>
                    <a:pt x="1448549" y="49788"/>
                    <a:pt x="1459467" y="76148"/>
                    <a:pt x="1459467" y="103633"/>
                  </a:cubicBezTo>
                  <a:lnTo>
                    <a:pt x="1459467" y="301991"/>
                  </a:lnTo>
                  <a:cubicBezTo>
                    <a:pt x="1459467" y="329477"/>
                    <a:pt x="1448549" y="355836"/>
                    <a:pt x="1429114" y="375271"/>
                  </a:cubicBezTo>
                  <a:cubicBezTo>
                    <a:pt x="1409679" y="394706"/>
                    <a:pt x="1383319" y="405625"/>
                    <a:pt x="1355834" y="405625"/>
                  </a:cubicBezTo>
                  <a:lnTo>
                    <a:pt x="103633" y="405625"/>
                  </a:lnTo>
                  <a:cubicBezTo>
                    <a:pt x="76148" y="405625"/>
                    <a:pt x="49788" y="394706"/>
                    <a:pt x="30353" y="375271"/>
                  </a:cubicBezTo>
                  <a:cubicBezTo>
                    <a:pt x="10918" y="355836"/>
                    <a:pt x="0" y="329477"/>
                    <a:pt x="0" y="301991"/>
                  </a:cubicBezTo>
                  <a:lnTo>
                    <a:pt x="0" y="103633"/>
                  </a:lnTo>
                  <a:cubicBezTo>
                    <a:pt x="0" y="76148"/>
                    <a:pt x="10918" y="49788"/>
                    <a:pt x="30353" y="30353"/>
                  </a:cubicBezTo>
                  <a:cubicBezTo>
                    <a:pt x="49788" y="10918"/>
                    <a:pt x="76148" y="0"/>
                    <a:pt x="103633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59467" cy="44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NECESIDADES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11557" y="3890818"/>
            <a:ext cx="3606221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Procesos de gestión desactualizados.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Uso de procedimientos parcialmente manuales.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Alto volumen diario de usuarios.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Ineficiencia en la gestión de la biblioteca.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36969" y="3685221"/>
            <a:ext cx="3175086" cy="457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 basado en plataforma web.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Permitirá mejorar la eficiencia operativa mediante los módulos de: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de usuarios.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de libros.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Préstamos y devoluciones.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Catálogo en línea.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Reportes estadísticos.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340889" y="3890818"/>
            <a:ext cx="3606221" cy="316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Automatizar los procesos de gestión de usuarios.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Automatizar el catálogo de libros.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Automatizar la gestión de prestamos.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Automatizar la generacion de reportes sobre el uso del sistema.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4325" y="9698800"/>
            <a:ext cx="704503" cy="780973"/>
          </a:xfrm>
          <a:custGeom>
            <a:avLst/>
            <a:gdLst/>
            <a:ahLst/>
            <a:cxnLst/>
            <a:rect r="r" b="b" t="t" l="l"/>
            <a:pathLst>
              <a:path h="780973" w="704503">
                <a:moveTo>
                  <a:pt x="0" y="0"/>
                </a:moveTo>
                <a:lnTo>
                  <a:pt x="704502" y="0"/>
                </a:lnTo>
                <a:lnTo>
                  <a:pt x="704502" y="780973"/>
                </a:lnTo>
                <a:lnTo>
                  <a:pt x="0" y="7809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10172" y="9536259"/>
            <a:ext cx="252808" cy="249849"/>
          </a:xfrm>
          <a:custGeom>
            <a:avLst/>
            <a:gdLst/>
            <a:ahLst/>
            <a:cxnLst/>
            <a:rect r="r" b="b" t="t" l="l"/>
            <a:pathLst>
              <a:path h="249849" w="252808">
                <a:moveTo>
                  <a:pt x="0" y="0"/>
                </a:moveTo>
                <a:lnTo>
                  <a:pt x="252808" y="0"/>
                </a:lnTo>
                <a:lnTo>
                  <a:pt x="252808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36576" y="9422048"/>
            <a:ext cx="478270" cy="478270"/>
          </a:xfrm>
          <a:custGeom>
            <a:avLst/>
            <a:gdLst/>
            <a:ahLst/>
            <a:cxnLst/>
            <a:rect r="r" b="b" t="t" l="l"/>
            <a:pathLst>
              <a:path h="478270" w="478270">
                <a:moveTo>
                  <a:pt x="0" y="0"/>
                </a:moveTo>
                <a:lnTo>
                  <a:pt x="478270" y="0"/>
                </a:lnTo>
                <a:lnTo>
                  <a:pt x="478270" y="478270"/>
                </a:lnTo>
                <a:lnTo>
                  <a:pt x="0" y="4782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1527" y="9536259"/>
            <a:ext cx="139082" cy="249849"/>
          </a:xfrm>
          <a:custGeom>
            <a:avLst/>
            <a:gdLst/>
            <a:ahLst/>
            <a:cxnLst/>
            <a:rect r="r" b="b" t="t" l="l"/>
            <a:pathLst>
              <a:path h="249849" w="139082">
                <a:moveTo>
                  <a:pt x="0" y="0"/>
                </a:moveTo>
                <a:lnTo>
                  <a:pt x="139082" y="0"/>
                </a:lnTo>
                <a:lnTo>
                  <a:pt x="139082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516194" y="-12243834"/>
            <a:ext cx="6137981" cy="21548520"/>
            <a:chOff x="0" y="0"/>
            <a:chExt cx="1616588" cy="5675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6588" cy="5675330"/>
            </a:xfrm>
            <a:custGeom>
              <a:avLst/>
              <a:gdLst/>
              <a:ahLst/>
              <a:cxnLst/>
              <a:rect r="r" b="b" t="t" l="l"/>
              <a:pathLst>
                <a:path h="5675330" w="1616588">
                  <a:moveTo>
                    <a:pt x="64327" y="0"/>
                  </a:moveTo>
                  <a:lnTo>
                    <a:pt x="1552261" y="0"/>
                  </a:lnTo>
                  <a:cubicBezTo>
                    <a:pt x="1569321" y="0"/>
                    <a:pt x="1585683" y="6777"/>
                    <a:pt x="1597747" y="18841"/>
                  </a:cubicBezTo>
                  <a:cubicBezTo>
                    <a:pt x="1609810" y="30905"/>
                    <a:pt x="1616588" y="47266"/>
                    <a:pt x="1616588" y="64327"/>
                  </a:cubicBezTo>
                  <a:lnTo>
                    <a:pt x="1616588" y="5611003"/>
                  </a:lnTo>
                  <a:cubicBezTo>
                    <a:pt x="1616588" y="5646530"/>
                    <a:pt x="1587787" y="5675330"/>
                    <a:pt x="1552261" y="5675330"/>
                  </a:cubicBezTo>
                  <a:lnTo>
                    <a:pt x="64327" y="5675330"/>
                  </a:lnTo>
                  <a:cubicBezTo>
                    <a:pt x="28800" y="5675330"/>
                    <a:pt x="0" y="5646530"/>
                    <a:pt x="0" y="5611003"/>
                  </a:cubicBezTo>
                  <a:lnTo>
                    <a:pt x="0" y="64327"/>
                  </a:lnTo>
                  <a:cubicBezTo>
                    <a:pt x="0" y="47266"/>
                    <a:pt x="6777" y="30905"/>
                    <a:pt x="18841" y="18841"/>
                  </a:cubicBezTo>
                  <a:cubicBezTo>
                    <a:pt x="30905" y="6777"/>
                    <a:pt x="47266" y="0"/>
                    <a:pt x="64327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16588" cy="571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89076" y="-1041030"/>
            <a:ext cx="2833112" cy="2640447"/>
            <a:chOff x="0" y="0"/>
            <a:chExt cx="746169" cy="6954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169" cy="695426"/>
            </a:xfrm>
            <a:custGeom>
              <a:avLst/>
              <a:gdLst/>
              <a:ahLst/>
              <a:cxnLst/>
              <a:rect r="r" b="b" t="t" l="l"/>
              <a:pathLst>
                <a:path h="695426" w="746169">
                  <a:moveTo>
                    <a:pt x="139365" y="0"/>
                  </a:moveTo>
                  <a:lnTo>
                    <a:pt x="606804" y="0"/>
                  </a:lnTo>
                  <a:cubicBezTo>
                    <a:pt x="683773" y="0"/>
                    <a:pt x="746169" y="62396"/>
                    <a:pt x="746169" y="139365"/>
                  </a:cubicBezTo>
                  <a:lnTo>
                    <a:pt x="746169" y="556061"/>
                  </a:lnTo>
                  <a:cubicBezTo>
                    <a:pt x="746169" y="633030"/>
                    <a:pt x="683773" y="695426"/>
                    <a:pt x="606804" y="695426"/>
                  </a:cubicBezTo>
                  <a:lnTo>
                    <a:pt x="139365" y="695426"/>
                  </a:lnTo>
                  <a:cubicBezTo>
                    <a:pt x="62396" y="695426"/>
                    <a:pt x="0" y="633030"/>
                    <a:pt x="0" y="556061"/>
                  </a:cubicBezTo>
                  <a:lnTo>
                    <a:pt x="0" y="139365"/>
                  </a:lnTo>
                  <a:cubicBezTo>
                    <a:pt x="0" y="62396"/>
                    <a:pt x="62396" y="0"/>
                    <a:pt x="13936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6169" cy="733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96345" y="7698913"/>
            <a:ext cx="118643" cy="11864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8557" t="0" r="-2855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74093" y="-888231"/>
            <a:ext cx="2833112" cy="2488047"/>
            <a:chOff x="0" y="0"/>
            <a:chExt cx="746169" cy="655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6169" cy="655288"/>
            </a:xfrm>
            <a:custGeom>
              <a:avLst/>
              <a:gdLst/>
              <a:ahLst/>
              <a:cxnLst/>
              <a:rect r="r" b="b" t="t" l="l"/>
              <a:pathLst>
                <a:path h="655288" w="746169">
                  <a:moveTo>
                    <a:pt x="139365" y="0"/>
                  </a:moveTo>
                  <a:lnTo>
                    <a:pt x="606804" y="0"/>
                  </a:lnTo>
                  <a:cubicBezTo>
                    <a:pt x="683773" y="0"/>
                    <a:pt x="746169" y="62396"/>
                    <a:pt x="746169" y="139365"/>
                  </a:cubicBezTo>
                  <a:lnTo>
                    <a:pt x="746169" y="515923"/>
                  </a:lnTo>
                  <a:cubicBezTo>
                    <a:pt x="746169" y="592892"/>
                    <a:pt x="683773" y="655288"/>
                    <a:pt x="606804" y="655288"/>
                  </a:cubicBezTo>
                  <a:lnTo>
                    <a:pt x="139365" y="655288"/>
                  </a:lnTo>
                  <a:cubicBezTo>
                    <a:pt x="62396" y="655288"/>
                    <a:pt x="0" y="592892"/>
                    <a:pt x="0" y="515923"/>
                  </a:cubicBezTo>
                  <a:lnTo>
                    <a:pt x="0" y="139365"/>
                  </a:lnTo>
                  <a:cubicBezTo>
                    <a:pt x="0" y="62396"/>
                    <a:pt x="62396" y="0"/>
                    <a:pt x="13936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46169" cy="693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64316" y="4002022"/>
            <a:ext cx="4359367" cy="1143052"/>
            <a:chOff x="0" y="0"/>
            <a:chExt cx="1054510" cy="2764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4510" cy="276499"/>
            </a:xfrm>
            <a:custGeom>
              <a:avLst/>
              <a:gdLst/>
              <a:ahLst/>
              <a:cxnLst/>
              <a:rect r="r" b="b" t="t" l="l"/>
              <a:pathLst>
                <a:path h="276499" w="1054510">
                  <a:moveTo>
                    <a:pt x="90572" y="0"/>
                  </a:moveTo>
                  <a:lnTo>
                    <a:pt x="963938" y="0"/>
                  </a:lnTo>
                  <a:cubicBezTo>
                    <a:pt x="1013959" y="0"/>
                    <a:pt x="1054510" y="40551"/>
                    <a:pt x="1054510" y="90572"/>
                  </a:cubicBezTo>
                  <a:lnTo>
                    <a:pt x="1054510" y="185926"/>
                  </a:lnTo>
                  <a:cubicBezTo>
                    <a:pt x="1054510" y="235948"/>
                    <a:pt x="1013959" y="276499"/>
                    <a:pt x="963938" y="276499"/>
                  </a:cubicBezTo>
                  <a:lnTo>
                    <a:pt x="90572" y="276499"/>
                  </a:lnTo>
                  <a:cubicBezTo>
                    <a:pt x="40551" y="276499"/>
                    <a:pt x="0" y="235948"/>
                    <a:pt x="0" y="185926"/>
                  </a:cubicBezTo>
                  <a:lnTo>
                    <a:pt x="0" y="90572"/>
                  </a:lnTo>
                  <a:cubicBezTo>
                    <a:pt x="0" y="40551"/>
                    <a:pt x="40551" y="0"/>
                    <a:pt x="90572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54510" cy="314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PROBLEMATICA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846" y="4000448"/>
            <a:ext cx="4359367" cy="1143052"/>
            <a:chOff x="0" y="0"/>
            <a:chExt cx="1054510" cy="2764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4510" cy="276499"/>
            </a:xfrm>
            <a:custGeom>
              <a:avLst/>
              <a:gdLst/>
              <a:ahLst/>
              <a:cxnLst/>
              <a:rect r="r" b="b" t="t" l="l"/>
              <a:pathLst>
                <a:path h="276499" w="1054510">
                  <a:moveTo>
                    <a:pt x="90572" y="0"/>
                  </a:moveTo>
                  <a:lnTo>
                    <a:pt x="963938" y="0"/>
                  </a:lnTo>
                  <a:cubicBezTo>
                    <a:pt x="1013959" y="0"/>
                    <a:pt x="1054510" y="40551"/>
                    <a:pt x="1054510" y="90572"/>
                  </a:cubicBezTo>
                  <a:lnTo>
                    <a:pt x="1054510" y="185926"/>
                  </a:lnTo>
                  <a:cubicBezTo>
                    <a:pt x="1054510" y="235948"/>
                    <a:pt x="1013959" y="276499"/>
                    <a:pt x="963938" y="276499"/>
                  </a:cubicBezTo>
                  <a:lnTo>
                    <a:pt x="90572" y="276499"/>
                  </a:lnTo>
                  <a:cubicBezTo>
                    <a:pt x="40551" y="276499"/>
                    <a:pt x="0" y="235948"/>
                    <a:pt x="0" y="185926"/>
                  </a:cubicBezTo>
                  <a:lnTo>
                    <a:pt x="0" y="90572"/>
                  </a:lnTo>
                  <a:cubicBezTo>
                    <a:pt x="0" y="40551"/>
                    <a:pt x="40551" y="0"/>
                    <a:pt x="90572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54510" cy="314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CONTEXTO ACTUAL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09609" y="4002022"/>
            <a:ext cx="4359367" cy="1143052"/>
            <a:chOff x="0" y="0"/>
            <a:chExt cx="1054510" cy="2764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4510" cy="276499"/>
            </a:xfrm>
            <a:custGeom>
              <a:avLst/>
              <a:gdLst/>
              <a:ahLst/>
              <a:cxnLst/>
              <a:rect r="r" b="b" t="t" l="l"/>
              <a:pathLst>
                <a:path h="276499" w="1054510">
                  <a:moveTo>
                    <a:pt x="90572" y="0"/>
                  </a:moveTo>
                  <a:lnTo>
                    <a:pt x="963938" y="0"/>
                  </a:lnTo>
                  <a:cubicBezTo>
                    <a:pt x="1013959" y="0"/>
                    <a:pt x="1054510" y="40551"/>
                    <a:pt x="1054510" y="90572"/>
                  </a:cubicBezTo>
                  <a:lnTo>
                    <a:pt x="1054510" y="185926"/>
                  </a:lnTo>
                  <a:cubicBezTo>
                    <a:pt x="1054510" y="235948"/>
                    <a:pt x="1013959" y="276499"/>
                    <a:pt x="963938" y="276499"/>
                  </a:cubicBezTo>
                  <a:lnTo>
                    <a:pt x="90572" y="276499"/>
                  </a:lnTo>
                  <a:cubicBezTo>
                    <a:pt x="40551" y="276499"/>
                    <a:pt x="0" y="235948"/>
                    <a:pt x="0" y="185926"/>
                  </a:cubicBezTo>
                  <a:lnTo>
                    <a:pt x="0" y="90572"/>
                  </a:lnTo>
                  <a:cubicBezTo>
                    <a:pt x="0" y="40551"/>
                    <a:pt x="40551" y="0"/>
                    <a:pt x="90572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54510" cy="314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NECESIDADES DEL CLIENTE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35983" y="393893"/>
            <a:ext cx="14538974" cy="79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14"/>
              </a:lnSpc>
              <a:spcBef>
                <a:spcPct val="0"/>
              </a:spcBef>
            </a:pPr>
            <a:r>
              <a:rPr lang="en-US" sz="5499" spc="-1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Descripcion del problema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5277995"/>
            <a:ext cx="375750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biblioteca central de la universidad utiliza procesos manuales y sistemas desactualizados para gestionar sus operaciones diarias.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64316" y="5454207"/>
            <a:ext cx="5039355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Procesos lentos.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Dificultad para gestionar préstamos.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Falta de control de devoluciones.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Baja eficiencia administrativa.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09609" y="5277995"/>
            <a:ext cx="3541633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educción de tiempos.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Automatizar alertas.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Catálogo en linea.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Alta disponivilidad.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Sincronización académica.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552520" y="2093143"/>
            <a:ext cx="1084018" cy="1413580"/>
            <a:chOff x="0" y="0"/>
            <a:chExt cx="623304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3304" cy="812800"/>
            </a:xfrm>
            <a:custGeom>
              <a:avLst/>
              <a:gdLst/>
              <a:ahLst/>
              <a:cxnLst/>
              <a:rect r="r" b="b" t="t" l="l"/>
              <a:pathLst>
                <a:path h="812800" w="623304">
                  <a:moveTo>
                    <a:pt x="311652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420104" y="0"/>
                  </a:lnTo>
                  <a:lnTo>
                    <a:pt x="420104" y="406400"/>
                  </a:lnTo>
                  <a:lnTo>
                    <a:pt x="623304" y="406400"/>
                  </a:lnTo>
                  <a:lnTo>
                    <a:pt x="311652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203200" y="-38100"/>
              <a:ext cx="216904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84325" y="9698800"/>
            <a:ext cx="704503" cy="780973"/>
          </a:xfrm>
          <a:custGeom>
            <a:avLst/>
            <a:gdLst/>
            <a:ahLst/>
            <a:cxnLst/>
            <a:rect r="r" b="b" t="t" l="l"/>
            <a:pathLst>
              <a:path h="780973" w="704503">
                <a:moveTo>
                  <a:pt x="0" y="0"/>
                </a:moveTo>
                <a:lnTo>
                  <a:pt x="704502" y="0"/>
                </a:lnTo>
                <a:lnTo>
                  <a:pt x="704502" y="780973"/>
                </a:lnTo>
                <a:lnTo>
                  <a:pt x="0" y="7809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10172" y="9536259"/>
            <a:ext cx="252808" cy="249849"/>
          </a:xfrm>
          <a:custGeom>
            <a:avLst/>
            <a:gdLst/>
            <a:ahLst/>
            <a:cxnLst/>
            <a:rect r="r" b="b" t="t" l="l"/>
            <a:pathLst>
              <a:path h="249849" w="252808">
                <a:moveTo>
                  <a:pt x="0" y="0"/>
                </a:moveTo>
                <a:lnTo>
                  <a:pt x="252808" y="0"/>
                </a:lnTo>
                <a:lnTo>
                  <a:pt x="252808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36576" y="9422048"/>
            <a:ext cx="478270" cy="478270"/>
          </a:xfrm>
          <a:custGeom>
            <a:avLst/>
            <a:gdLst/>
            <a:ahLst/>
            <a:cxnLst/>
            <a:rect r="r" b="b" t="t" l="l"/>
            <a:pathLst>
              <a:path h="478270" w="478270">
                <a:moveTo>
                  <a:pt x="0" y="0"/>
                </a:moveTo>
                <a:lnTo>
                  <a:pt x="478270" y="0"/>
                </a:lnTo>
                <a:lnTo>
                  <a:pt x="478270" y="478270"/>
                </a:lnTo>
                <a:lnTo>
                  <a:pt x="0" y="4782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1527" y="9536259"/>
            <a:ext cx="139082" cy="249849"/>
          </a:xfrm>
          <a:custGeom>
            <a:avLst/>
            <a:gdLst/>
            <a:ahLst/>
            <a:cxnLst/>
            <a:rect r="r" b="b" t="t" l="l"/>
            <a:pathLst>
              <a:path h="249849" w="139082">
                <a:moveTo>
                  <a:pt x="0" y="0"/>
                </a:moveTo>
                <a:lnTo>
                  <a:pt x="139082" y="0"/>
                </a:lnTo>
                <a:lnTo>
                  <a:pt x="139082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8601991" y="2093143"/>
            <a:ext cx="1084018" cy="1413580"/>
            <a:chOff x="0" y="0"/>
            <a:chExt cx="623304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23304" cy="812800"/>
            </a:xfrm>
            <a:custGeom>
              <a:avLst/>
              <a:gdLst/>
              <a:ahLst/>
              <a:cxnLst/>
              <a:rect r="r" b="b" t="t" l="l"/>
              <a:pathLst>
                <a:path h="812800" w="623304">
                  <a:moveTo>
                    <a:pt x="311652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420104" y="0"/>
                  </a:lnTo>
                  <a:lnTo>
                    <a:pt x="420104" y="406400"/>
                  </a:lnTo>
                  <a:lnTo>
                    <a:pt x="623304" y="406400"/>
                  </a:lnTo>
                  <a:lnTo>
                    <a:pt x="311652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203200" y="-38100"/>
              <a:ext cx="216904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93826" y="2093143"/>
            <a:ext cx="1084018" cy="1413580"/>
            <a:chOff x="0" y="0"/>
            <a:chExt cx="623304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3304" cy="812800"/>
            </a:xfrm>
            <a:custGeom>
              <a:avLst/>
              <a:gdLst/>
              <a:ahLst/>
              <a:cxnLst/>
              <a:rect r="r" b="b" t="t" l="l"/>
              <a:pathLst>
                <a:path h="812800" w="623304">
                  <a:moveTo>
                    <a:pt x="311652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420104" y="0"/>
                  </a:lnTo>
                  <a:lnTo>
                    <a:pt x="420104" y="406400"/>
                  </a:lnTo>
                  <a:lnTo>
                    <a:pt x="623304" y="406400"/>
                  </a:lnTo>
                  <a:lnTo>
                    <a:pt x="311652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203200" y="-38100"/>
              <a:ext cx="216904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516194" y="-12243834"/>
            <a:ext cx="6137981" cy="21548520"/>
            <a:chOff x="0" y="0"/>
            <a:chExt cx="1616588" cy="5675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6588" cy="5675330"/>
            </a:xfrm>
            <a:custGeom>
              <a:avLst/>
              <a:gdLst/>
              <a:ahLst/>
              <a:cxnLst/>
              <a:rect r="r" b="b" t="t" l="l"/>
              <a:pathLst>
                <a:path h="5675330" w="1616588">
                  <a:moveTo>
                    <a:pt x="64327" y="0"/>
                  </a:moveTo>
                  <a:lnTo>
                    <a:pt x="1552261" y="0"/>
                  </a:lnTo>
                  <a:cubicBezTo>
                    <a:pt x="1569321" y="0"/>
                    <a:pt x="1585683" y="6777"/>
                    <a:pt x="1597747" y="18841"/>
                  </a:cubicBezTo>
                  <a:cubicBezTo>
                    <a:pt x="1609810" y="30905"/>
                    <a:pt x="1616588" y="47266"/>
                    <a:pt x="1616588" y="64327"/>
                  </a:cubicBezTo>
                  <a:lnTo>
                    <a:pt x="1616588" y="5611003"/>
                  </a:lnTo>
                  <a:cubicBezTo>
                    <a:pt x="1616588" y="5646530"/>
                    <a:pt x="1587787" y="5675330"/>
                    <a:pt x="1552261" y="5675330"/>
                  </a:cubicBezTo>
                  <a:lnTo>
                    <a:pt x="64327" y="5675330"/>
                  </a:lnTo>
                  <a:cubicBezTo>
                    <a:pt x="28800" y="5675330"/>
                    <a:pt x="0" y="5646530"/>
                    <a:pt x="0" y="5611003"/>
                  </a:cubicBezTo>
                  <a:lnTo>
                    <a:pt x="0" y="64327"/>
                  </a:lnTo>
                  <a:cubicBezTo>
                    <a:pt x="0" y="47266"/>
                    <a:pt x="6777" y="30905"/>
                    <a:pt x="18841" y="18841"/>
                  </a:cubicBezTo>
                  <a:cubicBezTo>
                    <a:pt x="30905" y="6777"/>
                    <a:pt x="47266" y="0"/>
                    <a:pt x="64327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16588" cy="571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89076" y="-1041030"/>
            <a:ext cx="2833112" cy="2640447"/>
            <a:chOff x="0" y="0"/>
            <a:chExt cx="746169" cy="6954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169" cy="695426"/>
            </a:xfrm>
            <a:custGeom>
              <a:avLst/>
              <a:gdLst/>
              <a:ahLst/>
              <a:cxnLst/>
              <a:rect r="r" b="b" t="t" l="l"/>
              <a:pathLst>
                <a:path h="695426" w="746169">
                  <a:moveTo>
                    <a:pt x="139365" y="0"/>
                  </a:moveTo>
                  <a:lnTo>
                    <a:pt x="606804" y="0"/>
                  </a:lnTo>
                  <a:cubicBezTo>
                    <a:pt x="683773" y="0"/>
                    <a:pt x="746169" y="62396"/>
                    <a:pt x="746169" y="139365"/>
                  </a:cubicBezTo>
                  <a:lnTo>
                    <a:pt x="746169" y="556061"/>
                  </a:lnTo>
                  <a:cubicBezTo>
                    <a:pt x="746169" y="633030"/>
                    <a:pt x="683773" y="695426"/>
                    <a:pt x="606804" y="695426"/>
                  </a:cubicBezTo>
                  <a:lnTo>
                    <a:pt x="139365" y="695426"/>
                  </a:lnTo>
                  <a:cubicBezTo>
                    <a:pt x="62396" y="695426"/>
                    <a:pt x="0" y="633030"/>
                    <a:pt x="0" y="556061"/>
                  </a:cubicBezTo>
                  <a:lnTo>
                    <a:pt x="0" y="139365"/>
                  </a:lnTo>
                  <a:cubicBezTo>
                    <a:pt x="0" y="62396"/>
                    <a:pt x="62396" y="0"/>
                    <a:pt x="13936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6169" cy="733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393933" y="9358716"/>
            <a:ext cx="1124933" cy="1124933"/>
          </a:xfrm>
          <a:custGeom>
            <a:avLst/>
            <a:gdLst/>
            <a:ahLst/>
            <a:cxnLst/>
            <a:rect r="r" b="b" t="t" l="l"/>
            <a:pathLst>
              <a:path h="1124933" w="1124933">
                <a:moveTo>
                  <a:pt x="0" y="0"/>
                </a:moveTo>
                <a:lnTo>
                  <a:pt x="1124933" y="0"/>
                </a:lnTo>
                <a:lnTo>
                  <a:pt x="1124933" y="1124933"/>
                </a:lnTo>
                <a:lnTo>
                  <a:pt x="0" y="112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223019" y="-888630"/>
            <a:ext cx="2833112" cy="2488047"/>
            <a:chOff x="0" y="0"/>
            <a:chExt cx="746169" cy="655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6169" cy="655288"/>
            </a:xfrm>
            <a:custGeom>
              <a:avLst/>
              <a:gdLst/>
              <a:ahLst/>
              <a:cxnLst/>
              <a:rect r="r" b="b" t="t" l="l"/>
              <a:pathLst>
                <a:path h="655288" w="746169">
                  <a:moveTo>
                    <a:pt x="139365" y="0"/>
                  </a:moveTo>
                  <a:lnTo>
                    <a:pt x="606804" y="0"/>
                  </a:lnTo>
                  <a:cubicBezTo>
                    <a:pt x="683773" y="0"/>
                    <a:pt x="746169" y="62396"/>
                    <a:pt x="746169" y="139365"/>
                  </a:cubicBezTo>
                  <a:lnTo>
                    <a:pt x="746169" y="515923"/>
                  </a:lnTo>
                  <a:cubicBezTo>
                    <a:pt x="746169" y="592892"/>
                    <a:pt x="683773" y="655288"/>
                    <a:pt x="606804" y="655288"/>
                  </a:cubicBezTo>
                  <a:lnTo>
                    <a:pt x="139365" y="655288"/>
                  </a:lnTo>
                  <a:cubicBezTo>
                    <a:pt x="62396" y="655288"/>
                    <a:pt x="0" y="592892"/>
                    <a:pt x="0" y="515923"/>
                  </a:cubicBezTo>
                  <a:lnTo>
                    <a:pt x="0" y="139365"/>
                  </a:lnTo>
                  <a:cubicBezTo>
                    <a:pt x="0" y="62396"/>
                    <a:pt x="62396" y="0"/>
                    <a:pt x="13936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46169" cy="693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45283" y="2141619"/>
            <a:ext cx="5389416" cy="2699368"/>
            <a:chOff x="0" y="0"/>
            <a:chExt cx="1419435" cy="7109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9435" cy="710945"/>
            </a:xfrm>
            <a:custGeom>
              <a:avLst/>
              <a:gdLst/>
              <a:ahLst/>
              <a:cxnLst/>
              <a:rect r="r" b="b" t="t" l="l"/>
              <a:pathLst>
                <a:path h="710945" w="1419435">
                  <a:moveTo>
                    <a:pt x="73262" y="0"/>
                  </a:moveTo>
                  <a:lnTo>
                    <a:pt x="1346173" y="0"/>
                  </a:lnTo>
                  <a:cubicBezTo>
                    <a:pt x="1365603" y="0"/>
                    <a:pt x="1384238" y="7719"/>
                    <a:pt x="1397977" y="21458"/>
                  </a:cubicBezTo>
                  <a:cubicBezTo>
                    <a:pt x="1411716" y="35197"/>
                    <a:pt x="1419435" y="53832"/>
                    <a:pt x="1419435" y="73262"/>
                  </a:cubicBezTo>
                  <a:lnTo>
                    <a:pt x="1419435" y="637683"/>
                  </a:lnTo>
                  <a:cubicBezTo>
                    <a:pt x="1419435" y="657113"/>
                    <a:pt x="1411716" y="675748"/>
                    <a:pt x="1397977" y="689487"/>
                  </a:cubicBezTo>
                  <a:cubicBezTo>
                    <a:pt x="1384238" y="703226"/>
                    <a:pt x="1365603" y="710945"/>
                    <a:pt x="1346173" y="710945"/>
                  </a:cubicBezTo>
                  <a:lnTo>
                    <a:pt x="73262" y="710945"/>
                  </a:lnTo>
                  <a:cubicBezTo>
                    <a:pt x="53832" y="710945"/>
                    <a:pt x="35197" y="703226"/>
                    <a:pt x="21458" y="689487"/>
                  </a:cubicBezTo>
                  <a:cubicBezTo>
                    <a:pt x="7719" y="675748"/>
                    <a:pt x="0" y="657113"/>
                    <a:pt x="0" y="637683"/>
                  </a:cubicBezTo>
                  <a:lnTo>
                    <a:pt x="0" y="73262"/>
                  </a:lnTo>
                  <a:cubicBezTo>
                    <a:pt x="0" y="53832"/>
                    <a:pt x="7719" y="35197"/>
                    <a:pt x="21458" y="21458"/>
                  </a:cubicBezTo>
                  <a:cubicBezTo>
                    <a:pt x="35197" y="7719"/>
                    <a:pt x="53832" y="0"/>
                    <a:pt x="73262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19435" cy="749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 sistema NO HARÁ:</a:t>
              </a:r>
            </a:p>
            <a:p>
              <a:pPr algn="ctr">
                <a:lnSpc>
                  <a:spcPts val="2799"/>
                </a:lnSpc>
              </a:pP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Venta de libros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Comunicación directa entre usuarios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Gestión automática sin intervención humana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97793" y="7028506"/>
            <a:ext cx="5144732" cy="2393542"/>
            <a:chOff x="0" y="0"/>
            <a:chExt cx="1354991" cy="6303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54991" cy="630398"/>
            </a:xfrm>
            <a:custGeom>
              <a:avLst/>
              <a:gdLst/>
              <a:ahLst/>
              <a:cxnLst/>
              <a:rect r="r" b="b" t="t" l="l"/>
              <a:pathLst>
                <a:path h="630398" w="1354991">
                  <a:moveTo>
                    <a:pt x="76746" y="0"/>
                  </a:moveTo>
                  <a:lnTo>
                    <a:pt x="1278245" y="0"/>
                  </a:lnTo>
                  <a:cubicBezTo>
                    <a:pt x="1298600" y="0"/>
                    <a:pt x="1318120" y="8086"/>
                    <a:pt x="1332513" y="22478"/>
                  </a:cubicBezTo>
                  <a:cubicBezTo>
                    <a:pt x="1346905" y="36871"/>
                    <a:pt x="1354991" y="56392"/>
                    <a:pt x="1354991" y="76746"/>
                  </a:cubicBezTo>
                  <a:lnTo>
                    <a:pt x="1354991" y="553652"/>
                  </a:lnTo>
                  <a:cubicBezTo>
                    <a:pt x="1354991" y="574006"/>
                    <a:pt x="1346905" y="593527"/>
                    <a:pt x="1332513" y="607920"/>
                  </a:cubicBezTo>
                  <a:cubicBezTo>
                    <a:pt x="1318120" y="622312"/>
                    <a:pt x="1298600" y="630398"/>
                    <a:pt x="1278245" y="630398"/>
                  </a:cubicBezTo>
                  <a:lnTo>
                    <a:pt x="76746" y="630398"/>
                  </a:lnTo>
                  <a:cubicBezTo>
                    <a:pt x="56392" y="630398"/>
                    <a:pt x="36871" y="622312"/>
                    <a:pt x="22478" y="607920"/>
                  </a:cubicBezTo>
                  <a:cubicBezTo>
                    <a:pt x="8086" y="593527"/>
                    <a:pt x="0" y="574006"/>
                    <a:pt x="0" y="553652"/>
                  </a:cubicBezTo>
                  <a:lnTo>
                    <a:pt x="0" y="76746"/>
                  </a:lnTo>
                  <a:cubicBezTo>
                    <a:pt x="0" y="56392"/>
                    <a:pt x="8086" y="36871"/>
                    <a:pt x="22478" y="22478"/>
                  </a:cubicBezTo>
                  <a:cubicBezTo>
                    <a:pt x="36871" y="8086"/>
                    <a:pt x="56392" y="0"/>
                    <a:pt x="7674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54991" cy="668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Usuarios:</a:t>
              </a:r>
            </a:p>
            <a:p>
              <a:pPr algn="ctr">
                <a:lnSpc>
                  <a:spcPts val="2799"/>
                </a:lnSpc>
              </a:pP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Estudiantes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Docentes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Bibliotecarios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Administradores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53301" y="3897933"/>
            <a:ext cx="4980310" cy="3725479"/>
            <a:chOff x="0" y="0"/>
            <a:chExt cx="1204713" cy="9011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4713" cy="901175"/>
            </a:xfrm>
            <a:custGeom>
              <a:avLst/>
              <a:gdLst/>
              <a:ahLst/>
              <a:cxnLst/>
              <a:rect r="r" b="b" t="t" l="l"/>
              <a:pathLst>
                <a:path h="901175" w="1204713">
                  <a:moveTo>
                    <a:pt x="79280" y="0"/>
                  </a:moveTo>
                  <a:lnTo>
                    <a:pt x="1125433" y="0"/>
                  </a:lnTo>
                  <a:cubicBezTo>
                    <a:pt x="1146459" y="0"/>
                    <a:pt x="1166625" y="8353"/>
                    <a:pt x="1181493" y="23221"/>
                  </a:cubicBezTo>
                  <a:cubicBezTo>
                    <a:pt x="1196360" y="38088"/>
                    <a:pt x="1204713" y="58253"/>
                    <a:pt x="1204713" y="79280"/>
                  </a:cubicBezTo>
                  <a:lnTo>
                    <a:pt x="1204713" y="821896"/>
                  </a:lnTo>
                  <a:cubicBezTo>
                    <a:pt x="1204713" y="842922"/>
                    <a:pt x="1196360" y="863087"/>
                    <a:pt x="1181493" y="877955"/>
                  </a:cubicBezTo>
                  <a:cubicBezTo>
                    <a:pt x="1166625" y="892823"/>
                    <a:pt x="1146459" y="901175"/>
                    <a:pt x="1125433" y="901175"/>
                  </a:cubicBezTo>
                  <a:lnTo>
                    <a:pt x="79280" y="901175"/>
                  </a:lnTo>
                  <a:cubicBezTo>
                    <a:pt x="58253" y="901175"/>
                    <a:pt x="38088" y="892823"/>
                    <a:pt x="23221" y="877955"/>
                  </a:cubicBezTo>
                  <a:cubicBezTo>
                    <a:pt x="8353" y="863087"/>
                    <a:pt x="0" y="842922"/>
                    <a:pt x="0" y="821896"/>
                  </a:cubicBezTo>
                  <a:lnTo>
                    <a:pt x="0" y="79280"/>
                  </a:lnTo>
                  <a:cubicBezTo>
                    <a:pt x="0" y="58253"/>
                    <a:pt x="8353" y="38088"/>
                    <a:pt x="23221" y="23221"/>
                  </a:cubicBezTo>
                  <a:cubicBezTo>
                    <a:pt x="38088" y="8353"/>
                    <a:pt x="58253" y="0"/>
                    <a:pt x="79280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04713" cy="939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 sistema HARÁ:</a:t>
              </a:r>
            </a:p>
            <a:p>
              <a:pPr algn="ctr">
                <a:lnSpc>
                  <a:spcPts val="2799"/>
                </a:lnSpc>
              </a:pP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Gestión de usuarios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Gestión de libros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Prestamos y devoluciones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Reservas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Reportes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7233612" y="4840987"/>
            <a:ext cx="6106379" cy="9196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7233612" y="5760673"/>
            <a:ext cx="5036548" cy="12678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6024391" y="4165624"/>
            <a:ext cx="977876" cy="977876"/>
          </a:xfrm>
          <a:custGeom>
            <a:avLst/>
            <a:gdLst/>
            <a:ahLst/>
            <a:cxnLst/>
            <a:rect r="r" b="b" t="t" l="l"/>
            <a:pathLst>
              <a:path h="977876" w="977876">
                <a:moveTo>
                  <a:pt x="0" y="0"/>
                </a:moveTo>
                <a:lnTo>
                  <a:pt x="977876" y="0"/>
                </a:lnTo>
                <a:lnTo>
                  <a:pt x="977876" y="977876"/>
                </a:lnTo>
                <a:lnTo>
                  <a:pt x="0" y="977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842525" y="2301081"/>
            <a:ext cx="955986" cy="955986"/>
          </a:xfrm>
          <a:custGeom>
            <a:avLst/>
            <a:gdLst/>
            <a:ahLst/>
            <a:cxnLst/>
            <a:rect r="r" b="b" t="t" l="l"/>
            <a:pathLst>
              <a:path h="955986" w="955986">
                <a:moveTo>
                  <a:pt x="0" y="0"/>
                </a:moveTo>
                <a:lnTo>
                  <a:pt x="955987" y="0"/>
                </a:lnTo>
                <a:lnTo>
                  <a:pt x="955987" y="955986"/>
                </a:lnTo>
                <a:lnTo>
                  <a:pt x="0" y="955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3050226">
            <a:off x="13069774" y="7642934"/>
            <a:ext cx="1191495" cy="1164686"/>
          </a:xfrm>
          <a:custGeom>
            <a:avLst/>
            <a:gdLst/>
            <a:ahLst/>
            <a:cxnLst/>
            <a:rect r="r" b="b" t="t" l="l"/>
            <a:pathLst>
              <a:path h="1164686" w="1191495">
                <a:moveTo>
                  <a:pt x="0" y="0"/>
                </a:moveTo>
                <a:lnTo>
                  <a:pt x="1191494" y="0"/>
                </a:lnTo>
                <a:lnTo>
                  <a:pt x="1191494" y="1164686"/>
                </a:lnTo>
                <a:lnTo>
                  <a:pt x="0" y="1164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57472" y="449138"/>
            <a:ext cx="14538974" cy="79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14"/>
              </a:lnSpc>
              <a:spcBef>
                <a:spcPct val="0"/>
              </a:spcBef>
            </a:pPr>
            <a:r>
              <a:rPr lang="en-US" sz="5499" spc="-164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ALCANCE DEL SISTEMA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4325" y="9698800"/>
            <a:ext cx="704503" cy="780973"/>
          </a:xfrm>
          <a:custGeom>
            <a:avLst/>
            <a:gdLst/>
            <a:ahLst/>
            <a:cxnLst/>
            <a:rect r="r" b="b" t="t" l="l"/>
            <a:pathLst>
              <a:path h="780973" w="704503">
                <a:moveTo>
                  <a:pt x="0" y="0"/>
                </a:moveTo>
                <a:lnTo>
                  <a:pt x="704502" y="0"/>
                </a:lnTo>
                <a:lnTo>
                  <a:pt x="704502" y="780973"/>
                </a:lnTo>
                <a:lnTo>
                  <a:pt x="0" y="7809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10172" y="9536259"/>
            <a:ext cx="252808" cy="249849"/>
          </a:xfrm>
          <a:custGeom>
            <a:avLst/>
            <a:gdLst/>
            <a:ahLst/>
            <a:cxnLst/>
            <a:rect r="r" b="b" t="t" l="l"/>
            <a:pathLst>
              <a:path h="249849" w="252808">
                <a:moveTo>
                  <a:pt x="0" y="0"/>
                </a:moveTo>
                <a:lnTo>
                  <a:pt x="252808" y="0"/>
                </a:lnTo>
                <a:lnTo>
                  <a:pt x="252808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6576" y="9422048"/>
            <a:ext cx="478270" cy="478270"/>
          </a:xfrm>
          <a:custGeom>
            <a:avLst/>
            <a:gdLst/>
            <a:ahLst/>
            <a:cxnLst/>
            <a:rect r="r" b="b" t="t" l="l"/>
            <a:pathLst>
              <a:path h="478270" w="478270">
                <a:moveTo>
                  <a:pt x="0" y="0"/>
                </a:moveTo>
                <a:lnTo>
                  <a:pt x="478270" y="0"/>
                </a:lnTo>
                <a:lnTo>
                  <a:pt x="478270" y="478270"/>
                </a:lnTo>
                <a:lnTo>
                  <a:pt x="0" y="4782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1527" y="9536259"/>
            <a:ext cx="139082" cy="249849"/>
          </a:xfrm>
          <a:custGeom>
            <a:avLst/>
            <a:gdLst/>
            <a:ahLst/>
            <a:cxnLst/>
            <a:rect r="r" b="b" t="t" l="l"/>
            <a:pathLst>
              <a:path h="249849" w="139082">
                <a:moveTo>
                  <a:pt x="0" y="0"/>
                </a:moveTo>
                <a:lnTo>
                  <a:pt x="139082" y="0"/>
                </a:lnTo>
                <a:lnTo>
                  <a:pt x="139082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516194" y="-12243834"/>
            <a:ext cx="6137981" cy="21548520"/>
            <a:chOff x="0" y="0"/>
            <a:chExt cx="1616588" cy="5675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6588" cy="5675330"/>
            </a:xfrm>
            <a:custGeom>
              <a:avLst/>
              <a:gdLst/>
              <a:ahLst/>
              <a:cxnLst/>
              <a:rect r="r" b="b" t="t" l="l"/>
              <a:pathLst>
                <a:path h="5675330" w="1616588">
                  <a:moveTo>
                    <a:pt x="64327" y="0"/>
                  </a:moveTo>
                  <a:lnTo>
                    <a:pt x="1552261" y="0"/>
                  </a:lnTo>
                  <a:cubicBezTo>
                    <a:pt x="1569321" y="0"/>
                    <a:pt x="1585683" y="6777"/>
                    <a:pt x="1597747" y="18841"/>
                  </a:cubicBezTo>
                  <a:cubicBezTo>
                    <a:pt x="1609810" y="30905"/>
                    <a:pt x="1616588" y="47266"/>
                    <a:pt x="1616588" y="64327"/>
                  </a:cubicBezTo>
                  <a:lnTo>
                    <a:pt x="1616588" y="5611003"/>
                  </a:lnTo>
                  <a:cubicBezTo>
                    <a:pt x="1616588" y="5646530"/>
                    <a:pt x="1587787" y="5675330"/>
                    <a:pt x="1552261" y="5675330"/>
                  </a:cubicBezTo>
                  <a:lnTo>
                    <a:pt x="64327" y="5675330"/>
                  </a:lnTo>
                  <a:cubicBezTo>
                    <a:pt x="28800" y="5675330"/>
                    <a:pt x="0" y="5646530"/>
                    <a:pt x="0" y="5611003"/>
                  </a:cubicBezTo>
                  <a:lnTo>
                    <a:pt x="0" y="64327"/>
                  </a:lnTo>
                  <a:cubicBezTo>
                    <a:pt x="0" y="47266"/>
                    <a:pt x="6777" y="30905"/>
                    <a:pt x="18841" y="18841"/>
                  </a:cubicBezTo>
                  <a:cubicBezTo>
                    <a:pt x="30905" y="6777"/>
                    <a:pt x="47266" y="0"/>
                    <a:pt x="64327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16588" cy="571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230120" y="-1041030"/>
            <a:ext cx="2833112" cy="2640447"/>
            <a:chOff x="0" y="0"/>
            <a:chExt cx="746169" cy="6954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169" cy="695426"/>
            </a:xfrm>
            <a:custGeom>
              <a:avLst/>
              <a:gdLst/>
              <a:ahLst/>
              <a:cxnLst/>
              <a:rect r="r" b="b" t="t" l="l"/>
              <a:pathLst>
                <a:path h="695426" w="746169">
                  <a:moveTo>
                    <a:pt x="139365" y="0"/>
                  </a:moveTo>
                  <a:lnTo>
                    <a:pt x="606804" y="0"/>
                  </a:lnTo>
                  <a:cubicBezTo>
                    <a:pt x="683773" y="0"/>
                    <a:pt x="746169" y="62396"/>
                    <a:pt x="746169" y="139365"/>
                  </a:cubicBezTo>
                  <a:lnTo>
                    <a:pt x="746169" y="556061"/>
                  </a:lnTo>
                  <a:cubicBezTo>
                    <a:pt x="746169" y="633030"/>
                    <a:pt x="683773" y="695426"/>
                    <a:pt x="606804" y="695426"/>
                  </a:cubicBezTo>
                  <a:lnTo>
                    <a:pt x="139365" y="695426"/>
                  </a:lnTo>
                  <a:cubicBezTo>
                    <a:pt x="62396" y="695426"/>
                    <a:pt x="0" y="633030"/>
                    <a:pt x="0" y="556061"/>
                  </a:cubicBezTo>
                  <a:lnTo>
                    <a:pt x="0" y="139365"/>
                  </a:lnTo>
                  <a:cubicBezTo>
                    <a:pt x="0" y="62396"/>
                    <a:pt x="62396" y="0"/>
                    <a:pt x="13936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6169" cy="733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393933" y="9358716"/>
            <a:ext cx="1124933" cy="1124933"/>
          </a:xfrm>
          <a:custGeom>
            <a:avLst/>
            <a:gdLst/>
            <a:ahLst/>
            <a:cxnLst/>
            <a:rect r="r" b="b" t="t" l="l"/>
            <a:pathLst>
              <a:path h="1124933" w="1124933">
                <a:moveTo>
                  <a:pt x="0" y="0"/>
                </a:moveTo>
                <a:lnTo>
                  <a:pt x="1124933" y="0"/>
                </a:lnTo>
                <a:lnTo>
                  <a:pt x="1124933" y="1124933"/>
                </a:lnTo>
                <a:lnTo>
                  <a:pt x="0" y="112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096446" y="-964830"/>
            <a:ext cx="2833112" cy="2488047"/>
            <a:chOff x="0" y="0"/>
            <a:chExt cx="746169" cy="655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6169" cy="655288"/>
            </a:xfrm>
            <a:custGeom>
              <a:avLst/>
              <a:gdLst/>
              <a:ahLst/>
              <a:cxnLst/>
              <a:rect r="r" b="b" t="t" l="l"/>
              <a:pathLst>
                <a:path h="655288" w="746169">
                  <a:moveTo>
                    <a:pt x="139365" y="0"/>
                  </a:moveTo>
                  <a:lnTo>
                    <a:pt x="606804" y="0"/>
                  </a:lnTo>
                  <a:cubicBezTo>
                    <a:pt x="683773" y="0"/>
                    <a:pt x="746169" y="62396"/>
                    <a:pt x="746169" y="139365"/>
                  </a:cubicBezTo>
                  <a:lnTo>
                    <a:pt x="746169" y="515923"/>
                  </a:lnTo>
                  <a:cubicBezTo>
                    <a:pt x="746169" y="592892"/>
                    <a:pt x="683773" y="655288"/>
                    <a:pt x="606804" y="655288"/>
                  </a:cubicBezTo>
                  <a:lnTo>
                    <a:pt x="139365" y="655288"/>
                  </a:lnTo>
                  <a:cubicBezTo>
                    <a:pt x="62396" y="655288"/>
                    <a:pt x="0" y="592892"/>
                    <a:pt x="0" y="515923"/>
                  </a:cubicBezTo>
                  <a:lnTo>
                    <a:pt x="0" y="139365"/>
                  </a:lnTo>
                  <a:cubicBezTo>
                    <a:pt x="0" y="62396"/>
                    <a:pt x="62396" y="0"/>
                    <a:pt x="13936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46169" cy="693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32290" y="1840539"/>
            <a:ext cx="5189337" cy="1245567"/>
            <a:chOff x="0" y="0"/>
            <a:chExt cx="1255276" cy="3012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5276" cy="301297"/>
            </a:xfrm>
            <a:custGeom>
              <a:avLst/>
              <a:gdLst/>
              <a:ahLst/>
              <a:cxnLst/>
              <a:rect r="r" b="b" t="t" l="l"/>
              <a:pathLst>
                <a:path h="301297" w="1255276">
                  <a:moveTo>
                    <a:pt x="76086" y="0"/>
                  </a:moveTo>
                  <a:lnTo>
                    <a:pt x="1179189" y="0"/>
                  </a:lnTo>
                  <a:cubicBezTo>
                    <a:pt x="1199369" y="0"/>
                    <a:pt x="1218722" y="8016"/>
                    <a:pt x="1232991" y="22285"/>
                  </a:cubicBezTo>
                  <a:cubicBezTo>
                    <a:pt x="1247260" y="36554"/>
                    <a:pt x="1255276" y="55907"/>
                    <a:pt x="1255276" y="76086"/>
                  </a:cubicBezTo>
                  <a:lnTo>
                    <a:pt x="1255276" y="225210"/>
                  </a:lnTo>
                  <a:cubicBezTo>
                    <a:pt x="1255276" y="245390"/>
                    <a:pt x="1247260" y="264742"/>
                    <a:pt x="1232991" y="279011"/>
                  </a:cubicBezTo>
                  <a:cubicBezTo>
                    <a:pt x="1218722" y="293280"/>
                    <a:pt x="1199369" y="301297"/>
                    <a:pt x="1179189" y="301297"/>
                  </a:cubicBezTo>
                  <a:lnTo>
                    <a:pt x="76086" y="301297"/>
                  </a:lnTo>
                  <a:cubicBezTo>
                    <a:pt x="34065" y="301297"/>
                    <a:pt x="0" y="267232"/>
                    <a:pt x="0" y="225210"/>
                  </a:cubicBezTo>
                  <a:lnTo>
                    <a:pt x="0" y="76086"/>
                  </a:lnTo>
                  <a:cubicBezTo>
                    <a:pt x="0" y="55907"/>
                    <a:pt x="8016" y="36554"/>
                    <a:pt x="22285" y="22285"/>
                  </a:cubicBezTo>
                  <a:cubicBezTo>
                    <a:pt x="36554" y="8016"/>
                    <a:pt x="55907" y="0"/>
                    <a:pt x="7608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55276" cy="339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Para este proyecto, se utilizo un método hibrido, que consiste en: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43572" y="3814388"/>
            <a:ext cx="3431729" cy="801100"/>
            <a:chOff x="0" y="0"/>
            <a:chExt cx="903830" cy="2109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3830" cy="210989"/>
            </a:xfrm>
            <a:custGeom>
              <a:avLst/>
              <a:gdLst/>
              <a:ahLst/>
              <a:cxnLst/>
              <a:rect r="r" b="b" t="t" l="l"/>
              <a:pathLst>
                <a:path h="210989" w="903830">
                  <a:moveTo>
                    <a:pt x="105495" y="0"/>
                  </a:moveTo>
                  <a:lnTo>
                    <a:pt x="798335" y="0"/>
                  </a:lnTo>
                  <a:cubicBezTo>
                    <a:pt x="856598" y="0"/>
                    <a:pt x="903830" y="47232"/>
                    <a:pt x="903830" y="105495"/>
                  </a:cubicBezTo>
                  <a:lnTo>
                    <a:pt x="903830" y="105495"/>
                  </a:lnTo>
                  <a:cubicBezTo>
                    <a:pt x="903830" y="163758"/>
                    <a:pt x="856598" y="210989"/>
                    <a:pt x="798335" y="210989"/>
                  </a:cubicBezTo>
                  <a:lnTo>
                    <a:pt x="105495" y="210989"/>
                  </a:lnTo>
                  <a:cubicBezTo>
                    <a:pt x="47232" y="210989"/>
                    <a:pt x="0" y="163758"/>
                    <a:pt x="0" y="105495"/>
                  </a:cubicBezTo>
                  <a:lnTo>
                    <a:pt x="0" y="105495"/>
                  </a:lnTo>
                  <a:cubicBezTo>
                    <a:pt x="0" y="47232"/>
                    <a:pt x="47232" y="0"/>
                    <a:pt x="10549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03830" cy="249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CASCADA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02992" y="3814388"/>
            <a:ext cx="3431729" cy="801100"/>
            <a:chOff x="0" y="0"/>
            <a:chExt cx="903830" cy="2109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3830" cy="210989"/>
            </a:xfrm>
            <a:custGeom>
              <a:avLst/>
              <a:gdLst/>
              <a:ahLst/>
              <a:cxnLst/>
              <a:rect r="r" b="b" t="t" l="l"/>
              <a:pathLst>
                <a:path h="210989" w="903830">
                  <a:moveTo>
                    <a:pt x="105495" y="0"/>
                  </a:moveTo>
                  <a:lnTo>
                    <a:pt x="798335" y="0"/>
                  </a:lnTo>
                  <a:cubicBezTo>
                    <a:pt x="856598" y="0"/>
                    <a:pt x="903830" y="47232"/>
                    <a:pt x="903830" y="105495"/>
                  </a:cubicBezTo>
                  <a:lnTo>
                    <a:pt x="903830" y="105495"/>
                  </a:lnTo>
                  <a:cubicBezTo>
                    <a:pt x="903830" y="163758"/>
                    <a:pt x="856598" y="210989"/>
                    <a:pt x="798335" y="210989"/>
                  </a:cubicBezTo>
                  <a:lnTo>
                    <a:pt x="105495" y="210989"/>
                  </a:lnTo>
                  <a:cubicBezTo>
                    <a:pt x="47232" y="210989"/>
                    <a:pt x="0" y="163758"/>
                    <a:pt x="0" y="105495"/>
                  </a:cubicBezTo>
                  <a:lnTo>
                    <a:pt x="0" y="105495"/>
                  </a:lnTo>
                  <a:cubicBezTo>
                    <a:pt x="0" y="47232"/>
                    <a:pt x="47232" y="0"/>
                    <a:pt x="10549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03830" cy="249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KANBAN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8828872" y="4214938"/>
            <a:ext cx="3314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5034721" y="4214938"/>
            <a:ext cx="37941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2570930" y="7135444"/>
            <a:ext cx="1495854" cy="1209772"/>
          </a:xfrm>
          <a:custGeom>
            <a:avLst/>
            <a:gdLst/>
            <a:ahLst/>
            <a:cxnLst/>
            <a:rect r="r" b="b" t="t" l="l"/>
            <a:pathLst>
              <a:path h="1209772" w="1495854">
                <a:moveTo>
                  <a:pt x="0" y="0"/>
                </a:moveTo>
                <a:lnTo>
                  <a:pt x="1495853" y="0"/>
                </a:lnTo>
                <a:lnTo>
                  <a:pt x="1495853" y="1209772"/>
                </a:lnTo>
                <a:lnTo>
                  <a:pt x="0" y="1209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558161" y="7135444"/>
            <a:ext cx="1301276" cy="1302905"/>
          </a:xfrm>
          <a:custGeom>
            <a:avLst/>
            <a:gdLst/>
            <a:ahLst/>
            <a:cxnLst/>
            <a:rect r="r" b="b" t="t" l="l"/>
            <a:pathLst>
              <a:path h="1302905" w="1301276">
                <a:moveTo>
                  <a:pt x="0" y="0"/>
                </a:moveTo>
                <a:lnTo>
                  <a:pt x="1301276" y="0"/>
                </a:lnTo>
                <a:lnTo>
                  <a:pt x="1301276" y="1302905"/>
                </a:lnTo>
                <a:lnTo>
                  <a:pt x="0" y="1302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57472" y="449138"/>
            <a:ext cx="14538974" cy="79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14"/>
              </a:lnSpc>
              <a:spcBef>
                <a:spcPct val="0"/>
              </a:spcBef>
            </a:pPr>
            <a:r>
              <a:rPr lang="en-US" sz="5499" spc="-1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METODOLOGIA PROPUESTA</a:t>
            </a:r>
          </a:p>
        </p:txBody>
      </p:sp>
      <p:sp>
        <p:nvSpPr>
          <p:cNvPr name="AutoShape 26" id="26"/>
          <p:cNvSpPr/>
          <p:nvPr/>
        </p:nvSpPr>
        <p:spPr>
          <a:xfrm>
            <a:off x="8826959" y="3086106"/>
            <a:ext cx="3549" cy="42332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6239388" y="7319331"/>
            <a:ext cx="5182240" cy="2216928"/>
            <a:chOff x="0" y="0"/>
            <a:chExt cx="1364870" cy="5838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64870" cy="583882"/>
            </a:xfrm>
            <a:custGeom>
              <a:avLst/>
              <a:gdLst/>
              <a:ahLst/>
              <a:cxnLst/>
              <a:rect r="r" b="b" t="t" l="l"/>
              <a:pathLst>
                <a:path h="583882" w="1364870">
                  <a:moveTo>
                    <a:pt x="46312" y="0"/>
                  </a:moveTo>
                  <a:lnTo>
                    <a:pt x="1318558" y="0"/>
                  </a:lnTo>
                  <a:cubicBezTo>
                    <a:pt x="1330841" y="0"/>
                    <a:pt x="1342620" y="4879"/>
                    <a:pt x="1351305" y="13564"/>
                  </a:cubicBezTo>
                  <a:cubicBezTo>
                    <a:pt x="1359991" y="22250"/>
                    <a:pt x="1364870" y="34029"/>
                    <a:pt x="1364870" y="46312"/>
                  </a:cubicBezTo>
                  <a:lnTo>
                    <a:pt x="1364870" y="537570"/>
                  </a:lnTo>
                  <a:cubicBezTo>
                    <a:pt x="1364870" y="549853"/>
                    <a:pt x="1359991" y="561633"/>
                    <a:pt x="1351305" y="570318"/>
                  </a:cubicBezTo>
                  <a:cubicBezTo>
                    <a:pt x="1342620" y="579003"/>
                    <a:pt x="1330841" y="583882"/>
                    <a:pt x="1318558" y="583882"/>
                  </a:cubicBezTo>
                  <a:lnTo>
                    <a:pt x="46312" y="583882"/>
                  </a:lnTo>
                  <a:cubicBezTo>
                    <a:pt x="34029" y="583882"/>
                    <a:pt x="22250" y="579003"/>
                    <a:pt x="13564" y="570318"/>
                  </a:cubicBezTo>
                  <a:cubicBezTo>
                    <a:pt x="4879" y="561633"/>
                    <a:pt x="0" y="549853"/>
                    <a:pt x="0" y="537570"/>
                  </a:cubicBezTo>
                  <a:lnTo>
                    <a:pt x="0" y="46312"/>
                  </a:lnTo>
                  <a:cubicBezTo>
                    <a:pt x="0" y="34029"/>
                    <a:pt x="4879" y="22250"/>
                    <a:pt x="13564" y="13564"/>
                  </a:cubicBezTo>
                  <a:cubicBezTo>
                    <a:pt x="22250" y="4879"/>
                    <a:pt x="34029" y="0"/>
                    <a:pt x="46312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64870" cy="621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Esto para asegurarnos un equilibrio entre control y flexibilidad, caracteristica necesaria al considerar una duracion de 16 semanas y los costos de recursos humanos y tecnologicos.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84325" y="9698800"/>
            <a:ext cx="704503" cy="780973"/>
          </a:xfrm>
          <a:custGeom>
            <a:avLst/>
            <a:gdLst/>
            <a:ahLst/>
            <a:cxnLst/>
            <a:rect r="r" b="b" t="t" l="l"/>
            <a:pathLst>
              <a:path h="780973" w="704503">
                <a:moveTo>
                  <a:pt x="0" y="0"/>
                </a:moveTo>
                <a:lnTo>
                  <a:pt x="704502" y="0"/>
                </a:lnTo>
                <a:lnTo>
                  <a:pt x="704502" y="780973"/>
                </a:lnTo>
                <a:lnTo>
                  <a:pt x="0" y="7809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10172" y="9536259"/>
            <a:ext cx="252808" cy="249849"/>
          </a:xfrm>
          <a:custGeom>
            <a:avLst/>
            <a:gdLst/>
            <a:ahLst/>
            <a:cxnLst/>
            <a:rect r="r" b="b" t="t" l="l"/>
            <a:pathLst>
              <a:path h="249849" w="252808">
                <a:moveTo>
                  <a:pt x="0" y="0"/>
                </a:moveTo>
                <a:lnTo>
                  <a:pt x="252808" y="0"/>
                </a:lnTo>
                <a:lnTo>
                  <a:pt x="252808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36576" y="9422048"/>
            <a:ext cx="478270" cy="478270"/>
          </a:xfrm>
          <a:custGeom>
            <a:avLst/>
            <a:gdLst/>
            <a:ahLst/>
            <a:cxnLst/>
            <a:rect r="r" b="b" t="t" l="l"/>
            <a:pathLst>
              <a:path h="478270" w="478270">
                <a:moveTo>
                  <a:pt x="0" y="0"/>
                </a:moveTo>
                <a:lnTo>
                  <a:pt x="478270" y="0"/>
                </a:lnTo>
                <a:lnTo>
                  <a:pt x="478270" y="478270"/>
                </a:lnTo>
                <a:lnTo>
                  <a:pt x="0" y="4782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1527" y="9536259"/>
            <a:ext cx="139082" cy="249849"/>
          </a:xfrm>
          <a:custGeom>
            <a:avLst/>
            <a:gdLst/>
            <a:ahLst/>
            <a:cxnLst/>
            <a:rect r="r" b="b" t="t" l="l"/>
            <a:pathLst>
              <a:path h="249849" w="139082">
                <a:moveTo>
                  <a:pt x="0" y="0"/>
                </a:moveTo>
                <a:lnTo>
                  <a:pt x="139082" y="0"/>
                </a:lnTo>
                <a:lnTo>
                  <a:pt x="139082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1513806" y="4810125"/>
            <a:ext cx="4691261" cy="2134819"/>
            <a:chOff x="0" y="0"/>
            <a:chExt cx="1235558" cy="56225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35558" cy="562257"/>
            </a:xfrm>
            <a:custGeom>
              <a:avLst/>
              <a:gdLst/>
              <a:ahLst/>
              <a:cxnLst/>
              <a:rect r="r" b="b" t="t" l="l"/>
              <a:pathLst>
                <a:path h="562257" w="1235558">
                  <a:moveTo>
                    <a:pt x="51159" y="0"/>
                  </a:moveTo>
                  <a:lnTo>
                    <a:pt x="1184400" y="0"/>
                  </a:lnTo>
                  <a:cubicBezTo>
                    <a:pt x="1197968" y="0"/>
                    <a:pt x="1210980" y="5390"/>
                    <a:pt x="1220574" y="14984"/>
                  </a:cubicBezTo>
                  <a:cubicBezTo>
                    <a:pt x="1230168" y="24578"/>
                    <a:pt x="1235558" y="37591"/>
                    <a:pt x="1235558" y="51159"/>
                  </a:cubicBezTo>
                  <a:lnTo>
                    <a:pt x="1235558" y="511098"/>
                  </a:lnTo>
                  <a:cubicBezTo>
                    <a:pt x="1235558" y="524666"/>
                    <a:pt x="1230168" y="537679"/>
                    <a:pt x="1220574" y="547273"/>
                  </a:cubicBezTo>
                  <a:cubicBezTo>
                    <a:pt x="1210980" y="556867"/>
                    <a:pt x="1197968" y="562257"/>
                    <a:pt x="1184400" y="562257"/>
                  </a:cubicBezTo>
                  <a:lnTo>
                    <a:pt x="51159" y="562257"/>
                  </a:lnTo>
                  <a:cubicBezTo>
                    <a:pt x="37591" y="562257"/>
                    <a:pt x="24578" y="556867"/>
                    <a:pt x="14984" y="547273"/>
                  </a:cubicBezTo>
                  <a:cubicBezTo>
                    <a:pt x="5390" y="537679"/>
                    <a:pt x="0" y="524666"/>
                    <a:pt x="0" y="511098"/>
                  </a:cubicBezTo>
                  <a:lnTo>
                    <a:pt x="0" y="51159"/>
                  </a:lnTo>
                  <a:cubicBezTo>
                    <a:pt x="0" y="37591"/>
                    <a:pt x="5390" y="24578"/>
                    <a:pt x="14984" y="14984"/>
                  </a:cubicBezTo>
                  <a:cubicBezTo>
                    <a:pt x="24578" y="5390"/>
                    <a:pt x="37591" y="0"/>
                    <a:pt x="51159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35558" cy="600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Definición de bases principales del proyecto.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Análisis, planificación y estructuración ordenada y secuencial.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73226" y="4810125"/>
            <a:ext cx="4691261" cy="1134694"/>
            <a:chOff x="0" y="0"/>
            <a:chExt cx="1235558" cy="29884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35558" cy="298849"/>
            </a:xfrm>
            <a:custGeom>
              <a:avLst/>
              <a:gdLst/>
              <a:ahLst/>
              <a:cxnLst/>
              <a:rect r="r" b="b" t="t" l="l"/>
              <a:pathLst>
                <a:path h="298849" w="1235558">
                  <a:moveTo>
                    <a:pt x="51159" y="0"/>
                  </a:moveTo>
                  <a:lnTo>
                    <a:pt x="1184400" y="0"/>
                  </a:lnTo>
                  <a:cubicBezTo>
                    <a:pt x="1197968" y="0"/>
                    <a:pt x="1210980" y="5390"/>
                    <a:pt x="1220574" y="14984"/>
                  </a:cubicBezTo>
                  <a:cubicBezTo>
                    <a:pt x="1230168" y="24578"/>
                    <a:pt x="1235558" y="37591"/>
                    <a:pt x="1235558" y="51159"/>
                  </a:cubicBezTo>
                  <a:lnTo>
                    <a:pt x="1235558" y="247691"/>
                  </a:lnTo>
                  <a:cubicBezTo>
                    <a:pt x="1235558" y="261259"/>
                    <a:pt x="1230168" y="274271"/>
                    <a:pt x="1220574" y="283865"/>
                  </a:cubicBezTo>
                  <a:cubicBezTo>
                    <a:pt x="1210980" y="293460"/>
                    <a:pt x="1197968" y="298849"/>
                    <a:pt x="1184400" y="298849"/>
                  </a:cubicBezTo>
                  <a:lnTo>
                    <a:pt x="51159" y="298849"/>
                  </a:lnTo>
                  <a:cubicBezTo>
                    <a:pt x="37591" y="298849"/>
                    <a:pt x="24578" y="293460"/>
                    <a:pt x="14984" y="283865"/>
                  </a:cubicBezTo>
                  <a:cubicBezTo>
                    <a:pt x="5390" y="274271"/>
                    <a:pt x="0" y="261259"/>
                    <a:pt x="0" y="247691"/>
                  </a:cubicBezTo>
                  <a:lnTo>
                    <a:pt x="0" y="51159"/>
                  </a:lnTo>
                  <a:cubicBezTo>
                    <a:pt x="0" y="37591"/>
                    <a:pt x="5390" y="24578"/>
                    <a:pt x="14984" y="14984"/>
                  </a:cubicBezTo>
                  <a:cubicBezTo>
                    <a:pt x="24578" y="5390"/>
                    <a:pt x="37591" y="0"/>
                    <a:pt x="51159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35558" cy="336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Gestion de tareas y flujo de trabajo.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Fases de desarrollo y control.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</a:t>
              </a: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lujo visual de tareas.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626047" y="-12353687"/>
            <a:ext cx="5918275" cy="21548520"/>
            <a:chOff x="0" y="0"/>
            <a:chExt cx="1558723" cy="5675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58723" cy="5675330"/>
            </a:xfrm>
            <a:custGeom>
              <a:avLst/>
              <a:gdLst/>
              <a:ahLst/>
              <a:cxnLst/>
              <a:rect r="r" b="b" t="t" l="l"/>
              <a:pathLst>
                <a:path h="5675330" w="1558723">
                  <a:moveTo>
                    <a:pt x="66715" y="0"/>
                  </a:moveTo>
                  <a:lnTo>
                    <a:pt x="1492008" y="0"/>
                  </a:lnTo>
                  <a:cubicBezTo>
                    <a:pt x="1528853" y="0"/>
                    <a:pt x="1558723" y="29869"/>
                    <a:pt x="1558723" y="66715"/>
                  </a:cubicBezTo>
                  <a:lnTo>
                    <a:pt x="1558723" y="5608615"/>
                  </a:lnTo>
                  <a:cubicBezTo>
                    <a:pt x="1558723" y="5645461"/>
                    <a:pt x="1528853" y="5675330"/>
                    <a:pt x="1492008" y="5675330"/>
                  </a:cubicBezTo>
                  <a:lnTo>
                    <a:pt x="66715" y="5675330"/>
                  </a:lnTo>
                  <a:cubicBezTo>
                    <a:pt x="29869" y="5675330"/>
                    <a:pt x="0" y="5645461"/>
                    <a:pt x="0" y="5608615"/>
                  </a:cubicBezTo>
                  <a:lnTo>
                    <a:pt x="0" y="66715"/>
                  </a:lnTo>
                  <a:cubicBezTo>
                    <a:pt x="0" y="29869"/>
                    <a:pt x="29869" y="0"/>
                    <a:pt x="6671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58723" cy="571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74958" y="-1222129"/>
            <a:ext cx="3641502" cy="1992895"/>
          </a:xfrm>
          <a:custGeom>
            <a:avLst/>
            <a:gdLst/>
            <a:ahLst/>
            <a:cxnLst/>
            <a:rect r="r" b="b" t="t" l="l"/>
            <a:pathLst>
              <a:path h="1992895" w="3641502">
                <a:moveTo>
                  <a:pt x="0" y="0"/>
                </a:moveTo>
                <a:lnTo>
                  <a:pt x="3641502" y="0"/>
                </a:lnTo>
                <a:lnTo>
                  <a:pt x="3641502" y="1992894"/>
                </a:lnTo>
                <a:lnTo>
                  <a:pt x="0" y="1992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5983" y="393893"/>
            <a:ext cx="14538974" cy="79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14"/>
              </a:lnSpc>
              <a:spcBef>
                <a:spcPct val="0"/>
              </a:spcBef>
            </a:pPr>
            <a:r>
              <a:rPr lang="en-US" sz="5499" spc="-1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REQUERIMIENTOS FUNCIONALES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056322" y="-779424"/>
            <a:ext cx="3710513" cy="2159135"/>
            <a:chOff x="0" y="0"/>
            <a:chExt cx="977254" cy="5686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7254" cy="568661"/>
            </a:xfrm>
            <a:custGeom>
              <a:avLst/>
              <a:gdLst/>
              <a:ahLst/>
              <a:cxnLst/>
              <a:rect r="r" b="b" t="t" l="l"/>
              <a:pathLst>
                <a:path h="568661" w="977254">
                  <a:moveTo>
                    <a:pt x="106411" y="0"/>
                  </a:moveTo>
                  <a:lnTo>
                    <a:pt x="870844" y="0"/>
                  </a:lnTo>
                  <a:cubicBezTo>
                    <a:pt x="929613" y="0"/>
                    <a:pt x="977254" y="47642"/>
                    <a:pt x="977254" y="106411"/>
                  </a:cubicBezTo>
                  <a:lnTo>
                    <a:pt x="977254" y="462250"/>
                  </a:lnTo>
                  <a:cubicBezTo>
                    <a:pt x="977254" y="490472"/>
                    <a:pt x="966043" y="517538"/>
                    <a:pt x="946088" y="537494"/>
                  </a:cubicBezTo>
                  <a:cubicBezTo>
                    <a:pt x="926132" y="557450"/>
                    <a:pt x="899066" y="568661"/>
                    <a:pt x="870844" y="568661"/>
                  </a:cubicBezTo>
                  <a:lnTo>
                    <a:pt x="106411" y="568661"/>
                  </a:lnTo>
                  <a:cubicBezTo>
                    <a:pt x="78189" y="568661"/>
                    <a:pt x="51123" y="557450"/>
                    <a:pt x="31167" y="537494"/>
                  </a:cubicBezTo>
                  <a:cubicBezTo>
                    <a:pt x="11211" y="517538"/>
                    <a:pt x="0" y="490472"/>
                    <a:pt x="0" y="462250"/>
                  </a:cubicBezTo>
                  <a:lnTo>
                    <a:pt x="0" y="106411"/>
                  </a:lnTo>
                  <a:cubicBezTo>
                    <a:pt x="0" y="78189"/>
                    <a:pt x="11211" y="51123"/>
                    <a:pt x="31167" y="31167"/>
                  </a:cubicBezTo>
                  <a:cubicBezTo>
                    <a:pt x="51123" y="11211"/>
                    <a:pt x="78189" y="0"/>
                    <a:pt x="106411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77254" cy="606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2244" y="1497346"/>
            <a:ext cx="3421754" cy="865350"/>
            <a:chOff x="0" y="0"/>
            <a:chExt cx="901203" cy="227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1203" cy="227911"/>
            </a:xfrm>
            <a:custGeom>
              <a:avLst/>
              <a:gdLst/>
              <a:ahLst/>
              <a:cxnLst/>
              <a:rect r="r" b="b" t="t" l="l"/>
              <a:pathLst>
                <a:path h="227911" w="901203">
                  <a:moveTo>
                    <a:pt x="113956" y="0"/>
                  </a:moveTo>
                  <a:lnTo>
                    <a:pt x="787247" y="0"/>
                  </a:lnTo>
                  <a:cubicBezTo>
                    <a:pt x="817470" y="0"/>
                    <a:pt x="846455" y="12006"/>
                    <a:pt x="867826" y="33377"/>
                  </a:cubicBezTo>
                  <a:cubicBezTo>
                    <a:pt x="889197" y="54748"/>
                    <a:pt x="901203" y="83733"/>
                    <a:pt x="901203" y="113956"/>
                  </a:cubicBezTo>
                  <a:lnTo>
                    <a:pt x="901203" y="113956"/>
                  </a:lnTo>
                  <a:cubicBezTo>
                    <a:pt x="901203" y="144178"/>
                    <a:pt x="889197" y="173164"/>
                    <a:pt x="867826" y="194534"/>
                  </a:cubicBezTo>
                  <a:cubicBezTo>
                    <a:pt x="846455" y="215905"/>
                    <a:pt x="817470" y="227911"/>
                    <a:pt x="787247" y="227911"/>
                  </a:cubicBezTo>
                  <a:lnTo>
                    <a:pt x="113956" y="227911"/>
                  </a:lnTo>
                  <a:cubicBezTo>
                    <a:pt x="83733" y="227911"/>
                    <a:pt x="54748" y="215905"/>
                    <a:pt x="33377" y="194534"/>
                  </a:cubicBezTo>
                  <a:cubicBezTo>
                    <a:pt x="12006" y="173164"/>
                    <a:pt x="0" y="144178"/>
                    <a:pt x="0" y="113956"/>
                  </a:cubicBezTo>
                  <a:lnTo>
                    <a:pt x="0" y="113956"/>
                  </a:lnTo>
                  <a:cubicBezTo>
                    <a:pt x="0" y="83733"/>
                    <a:pt x="12006" y="54748"/>
                    <a:pt x="33377" y="33377"/>
                  </a:cubicBezTo>
                  <a:cubicBezTo>
                    <a:pt x="54748" y="12006"/>
                    <a:pt x="83733" y="0"/>
                    <a:pt x="11395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1203" cy="266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GESTIÓN DE USUARIOS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311254" y="2677021"/>
          <a:ext cx="5123733" cy="2495550"/>
        </p:xfrm>
        <a:graphic>
          <a:graphicData uri="http://schemas.openxmlformats.org/drawingml/2006/table">
            <a:tbl>
              <a:tblPr/>
              <a:tblGrid>
                <a:gridCol w="1084688"/>
                <a:gridCol w="4039045"/>
              </a:tblGrid>
              <a:tr h="831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Registrar Usuario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Modificar Usuario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Eliminar Usuario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7433123" y="1497346"/>
            <a:ext cx="3421754" cy="865350"/>
            <a:chOff x="0" y="0"/>
            <a:chExt cx="901203" cy="2279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1203" cy="227911"/>
            </a:xfrm>
            <a:custGeom>
              <a:avLst/>
              <a:gdLst/>
              <a:ahLst/>
              <a:cxnLst/>
              <a:rect r="r" b="b" t="t" l="l"/>
              <a:pathLst>
                <a:path h="227911" w="901203">
                  <a:moveTo>
                    <a:pt x="113956" y="0"/>
                  </a:moveTo>
                  <a:lnTo>
                    <a:pt x="787247" y="0"/>
                  </a:lnTo>
                  <a:cubicBezTo>
                    <a:pt x="817470" y="0"/>
                    <a:pt x="846455" y="12006"/>
                    <a:pt x="867826" y="33377"/>
                  </a:cubicBezTo>
                  <a:cubicBezTo>
                    <a:pt x="889197" y="54748"/>
                    <a:pt x="901203" y="83733"/>
                    <a:pt x="901203" y="113956"/>
                  </a:cubicBezTo>
                  <a:lnTo>
                    <a:pt x="901203" y="113956"/>
                  </a:lnTo>
                  <a:cubicBezTo>
                    <a:pt x="901203" y="144178"/>
                    <a:pt x="889197" y="173164"/>
                    <a:pt x="867826" y="194534"/>
                  </a:cubicBezTo>
                  <a:cubicBezTo>
                    <a:pt x="846455" y="215905"/>
                    <a:pt x="817470" y="227911"/>
                    <a:pt x="787247" y="227911"/>
                  </a:cubicBezTo>
                  <a:lnTo>
                    <a:pt x="113956" y="227911"/>
                  </a:lnTo>
                  <a:cubicBezTo>
                    <a:pt x="83733" y="227911"/>
                    <a:pt x="54748" y="215905"/>
                    <a:pt x="33377" y="194534"/>
                  </a:cubicBezTo>
                  <a:cubicBezTo>
                    <a:pt x="12006" y="173164"/>
                    <a:pt x="0" y="144178"/>
                    <a:pt x="0" y="113956"/>
                  </a:cubicBezTo>
                  <a:lnTo>
                    <a:pt x="0" y="113956"/>
                  </a:lnTo>
                  <a:cubicBezTo>
                    <a:pt x="0" y="83733"/>
                    <a:pt x="12006" y="54748"/>
                    <a:pt x="33377" y="33377"/>
                  </a:cubicBezTo>
                  <a:cubicBezTo>
                    <a:pt x="54748" y="12006"/>
                    <a:pt x="83733" y="0"/>
                    <a:pt x="11395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01203" cy="266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GESTIÓN DE LIBROS</a:t>
              </a: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6700978" y="2677021"/>
          <a:ext cx="4886044" cy="2495550"/>
        </p:xfrm>
        <a:graphic>
          <a:graphicData uri="http://schemas.openxmlformats.org/drawingml/2006/table">
            <a:tbl>
              <a:tblPr/>
              <a:tblGrid>
                <a:gridCol w="1220238"/>
                <a:gridCol w="3665806"/>
              </a:tblGrid>
              <a:tr h="831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Registrar Libro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Modificar Libro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Reservar Libro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8" id="18"/>
          <p:cNvGrpSpPr/>
          <p:nvPr/>
        </p:nvGrpSpPr>
        <p:grpSpPr>
          <a:xfrm rot="0">
            <a:off x="10588424" y="5486896"/>
            <a:ext cx="3421754" cy="865350"/>
            <a:chOff x="0" y="0"/>
            <a:chExt cx="901203" cy="2279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1203" cy="227911"/>
            </a:xfrm>
            <a:custGeom>
              <a:avLst/>
              <a:gdLst/>
              <a:ahLst/>
              <a:cxnLst/>
              <a:rect r="r" b="b" t="t" l="l"/>
              <a:pathLst>
                <a:path h="227911" w="901203">
                  <a:moveTo>
                    <a:pt x="113956" y="0"/>
                  </a:moveTo>
                  <a:lnTo>
                    <a:pt x="787247" y="0"/>
                  </a:lnTo>
                  <a:cubicBezTo>
                    <a:pt x="817470" y="0"/>
                    <a:pt x="846455" y="12006"/>
                    <a:pt x="867826" y="33377"/>
                  </a:cubicBezTo>
                  <a:cubicBezTo>
                    <a:pt x="889197" y="54748"/>
                    <a:pt x="901203" y="83733"/>
                    <a:pt x="901203" y="113956"/>
                  </a:cubicBezTo>
                  <a:lnTo>
                    <a:pt x="901203" y="113956"/>
                  </a:lnTo>
                  <a:cubicBezTo>
                    <a:pt x="901203" y="144178"/>
                    <a:pt x="889197" y="173164"/>
                    <a:pt x="867826" y="194534"/>
                  </a:cubicBezTo>
                  <a:cubicBezTo>
                    <a:pt x="846455" y="215905"/>
                    <a:pt x="817470" y="227911"/>
                    <a:pt x="787247" y="227911"/>
                  </a:cubicBezTo>
                  <a:lnTo>
                    <a:pt x="113956" y="227911"/>
                  </a:lnTo>
                  <a:cubicBezTo>
                    <a:pt x="83733" y="227911"/>
                    <a:pt x="54748" y="215905"/>
                    <a:pt x="33377" y="194534"/>
                  </a:cubicBezTo>
                  <a:cubicBezTo>
                    <a:pt x="12006" y="173164"/>
                    <a:pt x="0" y="144178"/>
                    <a:pt x="0" y="113956"/>
                  </a:cubicBezTo>
                  <a:lnTo>
                    <a:pt x="0" y="113956"/>
                  </a:lnTo>
                  <a:cubicBezTo>
                    <a:pt x="0" y="83733"/>
                    <a:pt x="12006" y="54748"/>
                    <a:pt x="33377" y="33377"/>
                  </a:cubicBezTo>
                  <a:cubicBezTo>
                    <a:pt x="54748" y="12006"/>
                    <a:pt x="83733" y="0"/>
                    <a:pt x="11395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01203" cy="266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CATÁLOGO</a:t>
              </a:r>
            </a:p>
          </p:txBody>
        </p:sp>
      </p:grp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9896562" y="6666572"/>
          <a:ext cx="5159760" cy="1676400"/>
        </p:xfrm>
        <a:graphic>
          <a:graphicData uri="http://schemas.openxmlformats.org/drawingml/2006/table">
            <a:tbl>
              <a:tblPr/>
              <a:tblGrid>
                <a:gridCol w="1315392"/>
                <a:gridCol w="3844368"/>
              </a:tblGrid>
              <a:tr h="838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Buscar Libro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Listar Disponibilidad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2" id="22"/>
          <p:cNvGrpSpPr/>
          <p:nvPr/>
        </p:nvGrpSpPr>
        <p:grpSpPr>
          <a:xfrm rot="0">
            <a:off x="13702852" y="1497346"/>
            <a:ext cx="3735295" cy="865350"/>
            <a:chOff x="0" y="0"/>
            <a:chExt cx="983781" cy="2279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3781" cy="227911"/>
            </a:xfrm>
            <a:custGeom>
              <a:avLst/>
              <a:gdLst/>
              <a:ahLst/>
              <a:cxnLst/>
              <a:rect r="r" b="b" t="t" l="l"/>
              <a:pathLst>
                <a:path h="227911" w="983781">
                  <a:moveTo>
                    <a:pt x="105705" y="0"/>
                  </a:moveTo>
                  <a:lnTo>
                    <a:pt x="878077" y="0"/>
                  </a:lnTo>
                  <a:cubicBezTo>
                    <a:pt x="936456" y="0"/>
                    <a:pt x="983781" y="47326"/>
                    <a:pt x="983781" y="105705"/>
                  </a:cubicBezTo>
                  <a:lnTo>
                    <a:pt x="983781" y="122207"/>
                  </a:lnTo>
                  <a:cubicBezTo>
                    <a:pt x="983781" y="180586"/>
                    <a:pt x="936456" y="227911"/>
                    <a:pt x="878077" y="227911"/>
                  </a:cubicBezTo>
                  <a:lnTo>
                    <a:pt x="105705" y="227911"/>
                  </a:lnTo>
                  <a:cubicBezTo>
                    <a:pt x="47326" y="227911"/>
                    <a:pt x="0" y="180586"/>
                    <a:pt x="0" y="122207"/>
                  </a:cubicBezTo>
                  <a:lnTo>
                    <a:pt x="0" y="105705"/>
                  </a:lnTo>
                  <a:cubicBezTo>
                    <a:pt x="0" y="47326"/>
                    <a:pt x="47326" y="0"/>
                    <a:pt x="10570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83781" cy="266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GESTIÓN DE PRÉSTAMOS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13164844" y="2677021"/>
          <a:ext cx="4811311" cy="2495550"/>
        </p:xfrm>
        <a:graphic>
          <a:graphicData uri="http://schemas.openxmlformats.org/drawingml/2006/table">
            <a:tbl>
              <a:tblPr/>
              <a:tblGrid>
                <a:gridCol w="1085216"/>
                <a:gridCol w="3726094"/>
              </a:tblGrid>
              <a:tr h="831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Registrar Préstamo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Controlar Fechas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Generar Alertas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6" id="26"/>
          <p:cNvGrpSpPr/>
          <p:nvPr/>
        </p:nvGrpSpPr>
        <p:grpSpPr>
          <a:xfrm rot="0">
            <a:off x="4264924" y="5422314"/>
            <a:ext cx="3421754" cy="865350"/>
            <a:chOff x="0" y="0"/>
            <a:chExt cx="901203" cy="227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01203" cy="227911"/>
            </a:xfrm>
            <a:custGeom>
              <a:avLst/>
              <a:gdLst/>
              <a:ahLst/>
              <a:cxnLst/>
              <a:rect r="r" b="b" t="t" l="l"/>
              <a:pathLst>
                <a:path h="227911" w="901203">
                  <a:moveTo>
                    <a:pt x="113956" y="0"/>
                  </a:moveTo>
                  <a:lnTo>
                    <a:pt x="787247" y="0"/>
                  </a:lnTo>
                  <a:cubicBezTo>
                    <a:pt x="817470" y="0"/>
                    <a:pt x="846455" y="12006"/>
                    <a:pt x="867826" y="33377"/>
                  </a:cubicBezTo>
                  <a:cubicBezTo>
                    <a:pt x="889197" y="54748"/>
                    <a:pt x="901203" y="83733"/>
                    <a:pt x="901203" y="113956"/>
                  </a:cubicBezTo>
                  <a:lnTo>
                    <a:pt x="901203" y="113956"/>
                  </a:lnTo>
                  <a:cubicBezTo>
                    <a:pt x="901203" y="144178"/>
                    <a:pt x="889197" y="173164"/>
                    <a:pt x="867826" y="194534"/>
                  </a:cubicBezTo>
                  <a:cubicBezTo>
                    <a:pt x="846455" y="215905"/>
                    <a:pt x="817470" y="227911"/>
                    <a:pt x="787247" y="227911"/>
                  </a:cubicBezTo>
                  <a:lnTo>
                    <a:pt x="113956" y="227911"/>
                  </a:lnTo>
                  <a:cubicBezTo>
                    <a:pt x="83733" y="227911"/>
                    <a:pt x="54748" y="215905"/>
                    <a:pt x="33377" y="194534"/>
                  </a:cubicBezTo>
                  <a:cubicBezTo>
                    <a:pt x="12006" y="173164"/>
                    <a:pt x="0" y="144178"/>
                    <a:pt x="0" y="113956"/>
                  </a:cubicBezTo>
                  <a:lnTo>
                    <a:pt x="0" y="113956"/>
                  </a:lnTo>
                  <a:cubicBezTo>
                    <a:pt x="0" y="83733"/>
                    <a:pt x="12006" y="54748"/>
                    <a:pt x="33377" y="33377"/>
                  </a:cubicBezTo>
                  <a:cubicBezTo>
                    <a:pt x="54748" y="12006"/>
                    <a:pt x="83733" y="0"/>
                    <a:pt x="11395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01203" cy="266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GENERAR REPORTES</a:t>
              </a:r>
            </a:p>
          </p:txBody>
        </p:sp>
      </p:grp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2946214" y="6601989"/>
          <a:ext cx="6059174" cy="3314700"/>
        </p:xfrm>
        <a:graphic>
          <a:graphicData uri="http://schemas.openxmlformats.org/drawingml/2006/table">
            <a:tbl>
              <a:tblPr/>
              <a:tblGrid>
                <a:gridCol w="1313941"/>
                <a:gridCol w="4745233"/>
              </a:tblGrid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Libros más usados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Usuarios más activos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Uso mensual del Sistema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RF-15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Historial de Reportes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0" id="30"/>
          <p:cNvSpPr/>
          <p:nvPr/>
        </p:nvSpPr>
        <p:spPr>
          <a:xfrm flipH="false" flipV="false" rot="0">
            <a:off x="84325" y="9698800"/>
            <a:ext cx="704503" cy="780973"/>
          </a:xfrm>
          <a:custGeom>
            <a:avLst/>
            <a:gdLst/>
            <a:ahLst/>
            <a:cxnLst/>
            <a:rect r="r" b="b" t="t" l="l"/>
            <a:pathLst>
              <a:path h="780973" w="704503">
                <a:moveTo>
                  <a:pt x="0" y="0"/>
                </a:moveTo>
                <a:lnTo>
                  <a:pt x="704502" y="0"/>
                </a:lnTo>
                <a:lnTo>
                  <a:pt x="704502" y="780973"/>
                </a:lnTo>
                <a:lnTo>
                  <a:pt x="0" y="780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10172" y="9536259"/>
            <a:ext cx="252808" cy="249849"/>
          </a:xfrm>
          <a:custGeom>
            <a:avLst/>
            <a:gdLst/>
            <a:ahLst/>
            <a:cxnLst/>
            <a:rect r="r" b="b" t="t" l="l"/>
            <a:pathLst>
              <a:path h="249849" w="252808">
                <a:moveTo>
                  <a:pt x="0" y="0"/>
                </a:moveTo>
                <a:lnTo>
                  <a:pt x="252808" y="0"/>
                </a:lnTo>
                <a:lnTo>
                  <a:pt x="252808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36576" y="9422048"/>
            <a:ext cx="478270" cy="478270"/>
          </a:xfrm>
          <a:custGeom>
            <a:avLst/>
            <a:gdLst/>
            <a:ahLst/>
            <a:cxnLst/>
            <a:rect r="r" b="b" t="t" l="l"/>
            <a:pathLst>
              <a:path h="478270" w="478270">
                <a:moveTo>
                  <a:pt x="0" y="0"/>
                </a:moveTo>
                <a:lnTo>
                  <a:pt x="478270" y="0"/>
                </a:lnTo>
                <a:lnTo>
                  <a:pt x="478270" y="478270"/>
                </a:lnTo>
                <a:lnTo>
                  <a:pt x="0" y="4782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1527" y="9536259"/>
            <a:ext cx="139082" cy="249849"/>
          </a:xfrm>
          <a:custGeom>
            <a:avLst/>
            <a:gdLst/>
            <a:ahLst/>
            <a:cxnLst/>
            <a:rect r="r" b="b" t="t" l="l"/>
            <a:pathLst>
              <a:path h="249849" w="139082">
                <a:moveTo>
                  <a:pt x="0" y="0"/>
                </a:moveTo>
                <a:lnTo>
                  <a:pt x="139082" y="0"/>
                </a:lnTo>
                <a:lnTo>
                  <a:pt x="139082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626047" y="-12353687"/>
            <a:ext cx="5918275" cy="21548520"/>
            <a:chOff x="0" y="0"/>
            <a:chExt cx="1558723" cy="5675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58723" cy="5675330"/>
            </a:xfrm>
            <a:custGeom>
              <a:avLst/>
              <a:gdLst/>
              <a:ahLst/>
              <a:cxnLst/>
              <a:rect r="r" b="b" t="t" l="l"/>
              <a:pathLst>
                <a:path h="5675330" w="1558723">
                  <a:moveTo>
                    <a:pt x="66715" y="0"/>
                  </a:moveTo>
                  <a:lnTo>
                    <a:pt x="1492008" y="0"/>
                  </a:lnTo>
                  <a:cubicBezTo>
                    <a:pt x="1528853" y="0"/>
                    <a:pt x="1558723" y="29869"/>
                    <a:pt x="1558723" y="66715"/>
                  </a:cubicBezTo>
                  <a:lnTo>
                    <a:pt x="1558723" y="5608615"/>
                  </a:lnTo>
                  <a:cubicBezTo>
                    <a:pt x="1558723" y="5645461"/>
                    <a:pt x="1528853" y="5675330"/>
                    <a:pt x="1492008" y="5675330"/>
                  </a:cubicBezTo>
                  <a:lnTo>
                    <a:pt x="66715" y="5675330"/>
                  </a:lnTo>
                  <a:cubicBezTo>
                    <a:pt x="29869" y="5675330"/>
                    <a:pt x="0" y="5645461"/>
                    <a:pt x="0" y="5608615"/>
                  </a:cubicBezTo>
                  <a:lnTo>
                    <a:pt x="0" y="66715"/>
                  </a:lnTo>
                  <a:cubicBezTo>
                    <a:pt x="0" y="29869"/>
                    <a:pt x="29869" y="0"/>
                    <a:pt x="6671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58723" cy="571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74958" y="-1222129"/>
            <a:ext cx="3641502" cy="1992895"/>
          </a:xfrm>
          <a:custGeom>
            <a:avLst/>
            <a:gdLst/>
            <a:ahLst/>
            <a:cxnLst/>
            <a:rect r="r" b="b" t="t" l="l"/>
            <a:pathLst>
              <a:path h="1992895" w="3641502">
                <a:moveTo>
                  <a:pt x="0" y="0"/>
                </a:moveTo>
                <a:lnTo>
                  <a:pt x="3641502" y="0"/>
                </a:lnTo>
                <a:lnTo>
                  <a:pt x="3641502" y="1992894"/>
                </a:lnTo>
                <a:lnTo>
                  <a:pt x="0" y="1992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74513" y="236855"/>
            <a:ext cx="14538974" cy="79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14"/>
              </a:lnSpc>
              <a:spcBef>
                <a:spcPct val="0"/>
              </a:spcBef>
            </a:pPr>
            <a:r>
              <a:rPr lang="en-US" sz="5499" spc="-164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REQUERIMIENTOS NO FUNCIONALES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944477" y="-779424"/>
            <a:ext cx="3710513" cy="2159135"/>
            <a:chOff x="0" y="0"/>
            <a:chExt cx="977254" cy="5686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7254" cy="568661"/>
            </a:xfrm>
            <a:custGeom>
              <a:avLst/>
              <a:gdLst/>
              <a:ahLst/>
              <a:cxnLst/>
              <a:rect r="r" b="b" t="t" l="l"/>
              <a:pathLst>
                <a:path h="568661" w="977254">
                  <a:moveTo>
                    <a:pt x="106411" y="0"/>
                  </a:moveTo>
                  <a:lnTo>
                    <a:pt x="870844" y="0"/>
                  </a:lnTo>
                  <a:cubicBezTo>
                    <a:pt x="929613" y="0"/>
                    <a:pt x="977254" y="47642"/>
                    <a:pt x="977254" y="106411"/>
                  </a:cubicBezTo>
                  <a:lnTo>
                    <a:pt x="977254" y="462250"/>
                  </a:lnTo>
                  <a:cubicBezTo>
                    <a:pt x="977254" y="490472"/>
                    <a:pt x="966043" y="517538"/>
                    <a:pt x="946088" y="537494"/>
                  </a:cubicBezTo>
                  <a:cubicBezTo>
                    <a:pt x="926132" y="557450"/>
                    <a:pt x="899066" y="568661"/>
                    <a:pt x="870844" y="568661"/>
                  </a:cubicBezTo>
                  <a:lnTo>
                    <a:pt x="106411" y="568661"/>
                  </a:lnTo>
                  <a:cubicBezTo>
                    <a:pt x="78189" y="568661"/>
                    <a:pt x="51123" y="557450"/>
                    <a:pt x="31167" y="537494"/>
                  </a:cubicBezTo>
                  <a:cubicBezTo>
                    <a:pt x="11211" y="517538"/>
                    <a:pt x="0" y="490472"/>
                    <a:pt x="0" y="462250"/>
                  </a:cubicBezTo>
                  <a:lnTo>
                    <a:pt x="0" y="106411"/>
                  </a:lnTo>
                  <a:cubicBezTo>
                    <a:pt x="0" y="78189"/>
                    <a:pt x="11211" y="51123"/>
                    <a:pt x="31167" y="31167"/>
                  </a:cubicBezTo>
                  <a:cubicBezTo>
                    <a:pt x="51123" y="11211"/>
                    <a:pt x="78189" y="0"/>
                    <a:pt x="106411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77254" cy="606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81000" y="1638305"/>
            <a:ext cx="3421754" cy="865350"/>
            <a:chOff x="0" y="0"/>
            <a:chExt cx="901203" cy="227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1203" cy="227911"/>
            </a:xfrm>
            <a:custGeom>
              <a:avLst/>
              <a:gdLst/>
              <a:ahLst/>
              <a:cxnLst/>
              <a:rect r="r" b="b" t="t" l="l"/>
              <a:pathLst>
                <a:path h="227911" w="901203">
                  <a:moveTo>
                    <a:pt x="113956" y="0"/>
                  </a:moveTo>
                  <a:lnTo>
                    <a:pt x="787247" y="0"/>
                  </a:lnTo>
                  <a:cubicBezTo>
                    <a:pt x="817470" y="0"/>
                    <a:pt x="846455" y="12006"/>
                    <a:pt x="867826" y="33377"/>
                  </a:cubicBezTo>
                  <a:cubicBezTo>
                    <a:pt x="889197" y="54748"/>
                    <a:pt x="901203" y="83733"/>
                    <a:pt x="901203" y="113956"/>
                  </a:cubicBezTo>
                  <a:lnTo>
                    <a:pt x="901203" y="113956"/>
                  </a:lnTo>
                  <a:cubicBezTo>
                    <a:pt x="901203" y="144178"/>
                    <a:pt x="889197" y="173164"/>
                    <a:pt x="867826" y="194534"/>
                  </a:cubicBezTo>
                  <a:cubicBezTo>
                    <a:pt x="846455" y="215905"/>
                    <a:pt x="817470" y="227911"/>
                    <a:pt x="787247" y="227911"/>
                  </a:cubicBezTo>
                  <a:lnTo>
                    <a:pt x="113956" y="227911"/>
                  </a:lnTo>
                  <a:cubicBezTo>
                    <a:pt x="83733" y="227911"/>
                    <a:pt x="54748" y="215905"/>
                    <a:pt x="33377" y="194534"/>
                  </a:cubicBezTo>
                  <a:cubicBezTo>
                    <a:pt x="12006" y="173164"/>
                    <a:pt x="0" y="144178"/>
                    <a:pt x="0" y="113956"/>
                  </a:cubicBezTo>
                  <a:lnTo>
                    <a:pt x="0" y="113956"/>
                  </a:lnTo>
                  <a:cubicBezTo>
                    <a:pt x="0" y="83733"/>
                    <a:pt x="12006" y="54748"/>
                    <a:pt x="33377" y="33377"/>
                  </a:cubicBezTo>
                  <a:cubicBezTo>
                    <a:pt x="54748" y="12006"/>
                    <a:pt x="83733" y="0"/>
                    <a:pt x="11395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1203" cy="266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SEGURIDAD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38401" y="1638305"/>
            <a:ext cx="3421754" cy="865350"/>
            <a:chOff x="0" y="0"/>
            <a:chExt cx="901203" cy="2279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1203" cy="227911"/>
            </a:xfrm>
            <a:custGeom>
              <a:avLst/>
              <a:gdLst/>
              <a:ahLst/>
              <a:cxnLst/>
              <a:rect r="r" b="b" t="t" l="l"/>
              <a:pathLst>
                <a:path h="227911" w="901203">
                  <a:moveTo>
                    <a:pt x="113956" y="0"/>
                  </a:moveTo>
                  <a:lnTo>
                    <a:pt x="787247" y="0"/>
                  </a:lnTo>
                  <a:cubicBezTo>
                    <a:pt x="817470" y="0"/>
                    <a:pt x="846455" y="12006"/>
                    <a:pt x="867826" y="33377"/>
                  </a:cubicBezTo>
                  <a:cubicBezTo>
                    <a:pt x="889197" y="54748"/>
                    <a:pt x="901203" y="83733"/>
                    <a:pt x="901203" y="113956"/>
                  </a:cubicBezTo>
                  <a:lnTo>
                    <a:pt x="901203" y="113956"/>
                  </a:lnTo>
                  <a:cubicBezTo>
                    <a:pt x="901203" y="144178"/>
                    <a:pt x="889197" y="173164"/>
                    <a:pt x="867826" y="194534"/>
                  </a:cubicBezTo>
                  <a:cubicBezTo>
                    <a:pt x="846455" y="215905"/>
                    <a:pt x="817470" y="227911"/>
                    <a:pt x="787247" y="227911"/>
                  </a:cubicBezTo>
                  <a:lnTo>
                    <a:pt x="113956" y="227911"/>
                  </a:lnTo>
                  <a:cubicBezTo>
                    <a:pt x="83733" y="227911"/>
                    <a:pt x="54748" y="215905"/>
                    <a:pt x="33377" y="194534"/>
                  </a:cubicBezTo>
                  <a:cubicBezTo>
                    <a:pt x="12006" y="173164"/>
                    <a:pt x="0" y="144178"/>
                    <a:pt x="0" y="113956"/>
                  </a:cubicBezTo>
                  <a:lnTo>
                    <a:pt x="0" y="113956"/>
                  </a:lnTo>
                  <a:cubicBezTo>
                    <a:pt x="0" y="83733"/>
                    <a:pt x="12006" y="54748"/>
                    <a:pt x="33377" y="33377"/>
                  </a:cubicBezTo>
                  <a:cubicBezTo>
                    <a:pt x="54748" y="12006"/>
                    <a:pt x="83733" y="0"/>
                    <a:pt x="11395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01203" cy="266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USABILIDAD</a:t>
              </a: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0098823" y="2760830"/>
          <a:ext cx="6700911" cy="1190625"/>
        </p:xfrm>
        <a:graphic>
          <a:graphicData uri="http://schemas.openxmlformats.org/drawingml/2006/table">
            <a:tbl>
              <a:tblPr/>
              <a:tblGrid>
                <a:gridCol w="1277986"/>
                <a:gridCol w="5422925"/>
              </a:tblGrid>
              <a:tr h="1190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RNF-2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Interfaz responsiva para dispositivos de escritorio y móviles (mín. 360px).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7" id="17"/>
          <p:cNvGrpSpPr/>
          <p:nvPr/>
        </p:nvGrpSpPr>
        <p:grpSpPr>
          <a:xfrm rot="0">
            <a:off x="3081000" y="4710825"/>
            <a:ext cx="3421754" cy="865350"/>
            <a:chOff x="0" y="0"/>
            <a:chExt cx="901203" cy="2279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1203" cy="227911"/>
            </a:xfrm>
            <a:custGeom>
              <a:avLst/>
              <a:gdLst/>
              <a:ahLst/>
              <a:cxnLst/>
              <a:rect r="r" b="b" t="t" l="l"/>
              <a:pathLst>
                <a:path h="227911" w="901203">
                  <a:moveTo>
                    <a:pt x="113956" y="0"/>
                  </a:moveTo>
                  <a:lnTo>
                    <a:pt x="787247" y="0"/>
                  </a:lnTo>
                  <a:cubicBezTo>
                    <a:pt x="817470" y="0"/>
                    <a:pt x="846455" y="12006"/>
                    <a:pt x="867826" y="33377"/>
                  </a:cubicBezTo>
                  <a:cubicBezTo>
                    <a:pt x="889197" y="54748"/>
                    <a:pt x="901203" y="83733"/>
                    <a:pt x="901203" y="113956"/>
                  </a:cubicBezTo>
                  <a:lnTo>
                    <a:pt x="901203" y="113956"/>
                  </a:lnTo>
                  <a:cubicBezTo>
                    <a:pt x="901203" y="144178"/>
                    <a:pt x="889197" y="173164"/>
                    <a:pt x="867826" y="194534"/>
                  </a:cubicBezTo>
                  <a:cubicBezTo>
                    <a:pt x="846455" y="215905"/>
                    <a:pt x="817470" y="227911"/>
                    <a:pt x="787247" y="227911"/>
                  </a:cubicBezTo>
                  <a:lnTo>
                    <a:pt x="113956" y="227911"/>
                  </a:lnTo>
                  <a:cubicBezTo>
                    <a:pt x="83733" y="227911"/>
                    <a:pt x="54748" y="215905"/>
                    <a:pt x="33377" y="194534"/>
                  </a:cubicBezTo>
                  <a:cubicBezTo>
                    <a:pt x="12006" y="173164"/>
                    <a:pt x="0" y="144178"/>
                    <a:pt x="0" y="113956"/>
                  </a:cubicBezTo>
                  <a:lnTo>
                    <a:pt x="0" y="113956"/>
                  </a:lnTo>
                  <a:cubicBezTo>
                    <a:pt x="0" y="83733"/>
                    <a:pt x="12006" y="54748"/>
                    <a:pt x="33377" y="33377"/>
                  </a:cubicBezTo>
                  <a:cubicBezTo>
                    <a:pt x="54748" y="12006"/>
                    <a:pt x="83733" y="0"/>
                    <a:pt x="11395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01203" cy="266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EFICIENCIA</a:t>
              </a:r>
            </a:p>
          </p:txBody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1441422" y="2760830"/>
          <a:ext cx="6700911" cy="1190625"/>
        </p:xfrm>
        <a:graphic>
          <a:graphicData uri="http://schemas.openxmlformats.org/drawingml/2006/table">
            <a:tbl>
              <a:tblPr/>
              <a:tblGrid>
                <a:gridCol w="1314128"/>
                <a:gridCol w="5386783"/>
              </a:tblGrid>
              <a:tr h="1190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RNF-1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Implementación de autenticación multifactor (MFA) obligatoria.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1441422" y="5833350"/>
          <a:ext cx="6700911" cy="1524000"/>
        </p:xfrm>
        <a:graphic>
          <a:graphicData uri="http://schemas.openxmlformats.org/drawingml/2006/table">
            <a:tbl>
              <a:tblPr/>
              <a:tblGrid>
                <a:gridCol w="1314128"/>
                <a:gridCol w="5386783"/>
              </a:tblGrid>
              <a:tr h="1524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RNF-3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Usuario nuevo debe completar tareas principales en menos de 5 minutos sin capacitación.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2" id="22"/>
          <p:cNvGrpSpPr/>
          <p:nvPr/>
        </p:nvGrpSpPr>
        <p:grpSpPr>
          <a:xfrm rot="0">
            <a:off x="11738401" y="4710825"/>
            <a:ext cx="3421754" cy="865350"/>
            <a:chOff x="0" y="0"/>
            <a:chExt cx="901203" cy="2279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1203" cy="227911"/>
            </a:xfrm>
            <a:custGeom>
              <a:avLst/>
              <a:gdLst/>
              <a:ahLst/>
              <a:cxnLst/>
              <a:rect r="r" b="b" t="t" l="l"/>
              <a:pathLst>
                <a:path h="227911" w="901203">
                  <a:moveTo>
                    <a:pt x="113956" y="0"/>
                  </a:moveTo>
                  <a:lnTo>
                    <a:pt x="787247" y="0"/>
                  </a:lnTo>
                  <a:cubicBezTo>
                    <a:pt x="817470" y="0"/>
                    <a:pt x="846455" y="12006"/>
                    <a:pt x="867826" y="33377"/>
                  </a:cubicBezTo>
                  <a:cubicBezTo>
                    <a:pt x="889197" y="54748"/>
                    <a:pt x="901203" y="83733"/>
                    <a:pt x="901203" y="113956"/>
                  </a:cubicBezTo>
                  <a:lnTo>
                    <a:pt x="901203" y="113956"/>
                  </a:lnTo>
                  <a:cubicBezTo>
                    <a:pt x="901203" y="144178"/>
                    <a:pt x="889197" y="173164"/>
                    <a:pt x="867826" y="194534"/>
                  </a:cubicBezTo>
                  <a:cubicBezTo>
                    <a:pt x="846455" y="215905"/>
                    <a:pt x="817470" y="227911"/>
                    <a:pt x="787247" y="227911"/>
                  </a:cubicBezTo>
                  <a:lnTo>
                    <a:pt x="113956" y="227911"/>
                  </a:lnTo>
                  <a:cubicBezTo>
                    <a:pt x="83733" y="227911"/>
                    <a:pt x="54748" y="215905"/>
                    <a:pt x="33377" y="194534"/>
                  </a:cubicBezTo>
                  <a:cubicBezTo>
                    <a:pt x="12006" y="173164"/>
                    <a:pt x="0" y="144178"/>
                    <a:pt x="0" y="113956"/>
                  </a:cubicBezTo>
                  <a:lnTo>
                    <a:pt x="0" y="113956"/>
                  </a:lnTo>
                  <a:cubicBezTo>
                    <a:pt x="0" y="83733"/>
                    <a:pt x="12006" y="54748"/>
                    <a:pt x="33377" y="33377"/>
                  </a:cubicBezTo>
                  <a:cubicBezTo>
                    <a:pt x="54748" y="12006"/>
                    <a:pt x="83733" y="0"/>
                    <a:pt x="11395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01203" cy="266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DISPONIBILIDAD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9712576" y="5833350"/>
          <a:ext cx="6700911" cy="1190625"/>
        </p:xfrm>
        <a:graphic>
          <a:graphicData uri="http://schemas.openxmlformats.org/drawingml/2006/table">
            <a:tbl>
              <a:tblPr/>
              <a:tblGrid>
                <a:gridCol w="1314128"/>
                <a:gridCol w="5386783"/>
              </a:tblGrid>
              <a:tr h="1190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RNF-4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Mínimo 99% mensual y soporte de 100 usuarios simultáneos.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6" id="26"/>
          <p:cNvGrpSpPr/>
          <p:nvPr/>
        </p:nvGrpSpPr>
        <p:grpSpPr>
          <a:xfrm rot="0">
            <a:off x="7433123" y="7644129"/>
            <a:ext cx="3421754" cy="865350"/>
            <a:chOff x="0" y="0"/>
            <a:chExt cx="901203" cy="227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01203" cy="227911"/>
            </a:xfrm>
            <a:custGeom>
              <a:avLst/>
              <a:gdLst/>
              <a:ahLst/>
              <a:cxnLst/>
              <a:rect r="r" b="b" t="t" l="l"/>
              <a:pathLst>
                <a:path h="227911" w="901203">
                  <a:moveTo>
                    <a:pt x="113956" y="0"/>
                  </a:moveTo>
                  <a:lnTo>
                    <a:pt x="787247" y="0"/>
                  </a:lnTo>
                  <a:cubicBezTo>
                    <a:pt x="817470" y="0"/>
                    <a:pt x="846455" y="12006"/>
                    <a:pt x="867826" y="33377"/>
                  </a:cubicBezTo>
                  <a:cubicBezTo>
                    <a:pt x="889197" y="54748"/>
                    <a:pt x="901203" y="83733"/>
                    <a:pt x="901203" y="113956"/>
                  </a:cubicBezTo>
                  <a:lnTo>
                    <a:pt x="901203" y="113956"/>
                  </a:lnTo>
                  <a:cubicBezTo>
                    <a:pt x="901203" y="144178"/>
                    <a:pt x="889197" y="173164"/>
                    <a:pt x="867826" y="194534"/>
                  </a:cubicBezTo>
                  <a:cubicBezTo>
                    <a:pt x="846455" y="215905"/>
                    <a:pt x="817470" y="227911"/>
                    <a:pt x="787247" y="227911"/>
                  </a:cubicBezTo>
                  <a:lnTo>
                    <a:pt x="113956" y="227911"/>
                  </a:lnTo>
                  <a:cubicBezTo>
                    <a:pt x="83733" y="227911"/>
                    <a:pt x="54748" y="215905"/>
                    <a:pt x="33377" y="194534"/>
                  </a:cubicBezTo>
                  <a:cubicBezTo>
                    <a:pt x="12006" y="173164"/>
                    <a:pt x="0" y="144178"/>
                    <a:pt x="0" y="113956"/>
                  </a:cubicBezTo>
                  <a:lnTo>
                    <a:pt x="0" y="113956"/>
                  </a:lnTo>
                  <a:cubicBezTo>
                    <a:pt x="0" y="83733"/>
                    <a:pt x="12006" y="54748"/>
                    <a:pt x="33377" y="33377"/>
                  </a:cubicBezTo>
                  <a:cubicBezTo>
                    <a:pt x="54748" y="12006"/>
                    <a:pt x="83733" y="0"/>
                    <a:pt x="11395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01203" cy="266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INTEGRACIÓN</a:t>
              </a:r>
            </a:p>
          </p:txBody>
        </p:sp>
      </p:grp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5578555" y="8766654"/>
          <a:ext cx="6700911" cy="1190625"/>
        </p:xfrm>
        <a:graphic>
          <a:graphicData uri="http://schemas.openxmlformats.org/drawingml/2006/table">
            <a:tbl>
              <a:tblPr/>
              <a:tblGrid>
                <a:gridCol w="1314128"/>
                <a:gridCol w="5386783"/>
              </a:tblGrid>
              <a:tr h="1190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RNF-5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Sincronización de datos y roles con el sistema académico (LMS/SGA).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0" id="30"/>
          <p:cNvSpPr/>
          <p:nvPr/>
        </p:nvSpPr>
        <p:spPr>
          <a:xfrm flipH="false" flipV="false" rot="0">
            <a:off x="84325" y="9698800"/>
            <a:ext cx="704503" cy="780973"/>
          </a:xfrm>
          <a:custGeom>
            <a:avLst/>
            <a:gdLst/>
            <a:ahLst/>
            <a:cxnLst/>
            <a:rect r="r" b="b" t="t" l="l"/>
            <a:pathLst>
              <a:path h="780973" w="704503">
                <a:moveTo>
                  <a:pt x="0" y="0"/>
                </a:moveTo>
                <a:lnTo>
                  <a:pt x="704502" y="0"/>
                </a:lnTo>
                <a:lnTo>
                  <a:pt x="704502" y="780973"/>
                </a:lnTo>
                <a:lnTo>
                  <a:pt x="0" y="780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10172" y="9536259"/>
            <a:ext cx="252808" cy="249849"/>
          </a:xfrm>
          <a:custGeom>
            <a:avLst/>
            <a:gdLst/>
            <a:ahLst/>
            <a:cxnLst/>
            <a:rect r="r" b="b" t="t" l="l"/>
            <a:pathLst>
              <a:path h="249849" w="252808">
                <a:moveTo>
                  <a:pt x="0" y="0"/>
                </a:moveTo>
                <a:lnTo>
                  <a:pt x="252808" y="0"/>
                </a:lnTo>
                <a:lnTo>
                  <a:pt x="252808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36576" y="9422048"/>
            <a:ext cx="478270" cy="478270"/>
          </a:xfrm>
          <a:custGeom>
            <a:avLst/>
            <a:gdLst/>
            <a:ahLst/>
            <a:cxnLst/>
            <a:rect r="r" b="b" t="t" l="l"/>
            <a:pathLst>
              <a:path h="478270" w="478270">
                <a:moveTo>
                  <a:pt x="0" y="0"/>
                </a:moveTo>
                <a:lnTo>
                  <a:pt x="478270" y="0"/>
                </a:lnTo>
                <a:lnTo>
                  <a:pt x="478270" y="478270"/>
                </a:lnTo>
                <a:lnTo>
                  <a:pt x="0" y="4782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1527" y="9536259"/>
            <a:ext cx="139082" cy="249849"/>
          </a:xfrm>
          <a:custGeom>
            <a:avLst/>
            <a:gdLst/>
            <a:ahLst/>
            <a:cxnLst/>
            <a:rect r="r" b="b" t="t" l="l"/>
            <a:pathLst>
              <a:path h="249849" w="139082">
                <a:moveTo>
                  <a:pt x="0" y="0"/>
                </a:moveTo>
                <a:lnTo>
                  <a:pt x="139082" y="0"/>
                </a:lnTo>
                <a:lnTo>
                  <a:pt x="139082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655790" y="-12383430"/>
            <a:ext cx="5858788" cy="21548520"/>
            <a:chOff x="0" y="0"/>
            <a:chExt cx="1543055" cy="5675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3055" cy="5675330"/>
            </a:xfrm>
            <a:custGeom>
              <a:avLst/>
              <a:gdLst/>
              <a:ahLst/>
              <a:cxnLst/>
              <a:rect r="r" b="b" t="t" l="l"/>
              <a:pathLst>
                <a:path h="5675330" w="1543055">
                  <a:moveTo>
                    <a:pt x="67392" y="0"/>
                  </a:moveTo>
                  <a:lnTo>
                    <a:pt x="1475663" y="0"/>
                  </a:lnTo>
                  <a:cubicBezTo>
                    <a:pt x="1493536" y="0"/>
                    <a:pt x="1510678" y="7100"/>
                    <a:pt x="1523316" y="19739"/>
                  </a:cubicBezTo>
                  <a:cubicBezTo>
                    <a:pt x="1535955" y="32377"/>
                    <a:pt x="1543055" y="49519"/>
                    <a:pt x="1543055" y="67392"/>
                  </a:cubicBezTo>
                  <a:lnTo>
                    <a:pt x="1543055" y="5607938"/>
                  </a:lnTo>
                  <a:cubicBezTo>
                    <a:pt x="1543055" y="5645158"/>
                    <a:pt x="1512883" y="5675330"/>
                    <a:pt x="1475663" y="5675330"/>
                  </a:cubicBezTo>
                  <a:lnTo>
                    <a:pt x="67392" y="5675330"/>
                  </a:lnTo>
                  <a:cubicBezTo>
                    <a:pt x="30173" y="5675330"/>
                    <a:pt x="0" y="5645158"/>
                    <a:pt x="0" y="5607938"/>
                  </a:cubicBezTo>
                  <a:lnTo>
                    <a:pt x="0" y="67392"/>
                  </a:lnTo>
                  <a:cubicBezTo>
                    <a:pt x="0" y="49519"/>
                    <a:pt x="7100" y="32377"/>
                    <a:pt x="19739" y="19739"/>
                  </a:cubicBezTo>
                  <a:cubicBezTo>
                    <a:pt x="32377" y="7100"/>
                    <a:pt x="49519" y="0"/>
                    <a:pt x="67392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3055" cy="571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55194" y="-1320224"/>
            <a:ext cx="2833112" cy="2640447"/>
            <a:chOff x="0" y="0"/>
            <a:chExt cx="746169" cy="6954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169" cy="695426"/>
            </a:xfrm>
            <a:custGeom>
              <a:avLst/>
              <a:gdLst/>
              <a:ahLst/>
              <a:cxnLst/>
              <a:rect r="r" b="b" t="t" l="l"/>
              <a:pathLst>
                <a:path h="695426" w="746169">
                  <a:moveTo>
                    <a:pt x="139365" y="0"/>
                  </a:moveTo>
                  <a:lnTo>
                    <a:pt x="606804" y="0"/>
                  </a:lnTo>
                  <a:cubicBezTo>
                    <a:pt x="683773" y="0"/>
                    <a:pt x="746169" y="62396"/>
                    <a:pt x="746169" y="139365"/>
                  </a:cubicBezTo>
                  <a:lnTo>
                    <a:pt x="746169" y="556061"/>
                  </a:lnTo>
                  <a:cubicBezTo>
                    <a:pt x="746169" y="633030"/>
                    <a:pt x="683773" y="695426"/>
                    <a:pt x="606804" y="695426"/>
                  </a:cubicBezTo>
                  <a:lnTo>
                    <a:pt x="139365" y="695426"/>
                  </a:lnTo>
                  <a:cubicBezTo>
                    <a:pt x="62396" y="695426"/>
                    <a:pt x="0" y="633030"/>
                    <a:pt x="0" y="556061"/>
                  </a:cubicBezTo>
                  <a:lnTo>
                    <a:pt x="0" y="139365"/>
                  </a:lnTo>
                  <a:cubicBezTo>
                    <a:pt x="0" y="62396"/>
                    <a:pt x="62396" y="0"/>
                    <a:pt x="13936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6169" cy="733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63067" y="9258300"/>
            <a:ext cx="1124933" cy="1124933"/>
          </a:xfrm>
          <a:custGeom>
            <a:avLst/>
            <a:gdLst/>
            <a:ahLst/>
            <a:cxnLst/>
            <a:rect r="r" b="b" t="t" l="l"/>
            <a:pathLst>
              <a:path h="1124933" w="1124933">
                <a:moveTo>
                  <a:pt x="0" y="0"/>
                </a:moveTo>
                <a:lnTo>
                  <a:pt x="1124933" y="0"/>
                </a:lnTo>
                <a:lnTo>
                  <a:pt x="1124933" y="1124933"/>
                </a:lnTo>
                <a:lnTo>
                  <a:pt x="0" y="1124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82090" y="1399775"/>
            <a:ext cx="12523820" cy="8500543"/>
          </a:xfrm>
          <a:custGeom>
            <a:avLst/>
            <a:gdLst/>
            <a:ahLst/>
            <a:cxnLst/>
            <a:rect r="r" b="b" t="t" l="l"/>
            <a:pathLst>
              <a:path h="8500543" w="12523820">
                <a:moveTo>
                  <a:pt x="0" y="0"/>
                </a:moveTo>
                <a:lnTo>
                  <a:pt x="12523820" y="0"/>
                </a:lnTo>
                <a:lnTo>
                  <a:pt x="12523820" y="8500543"/>
                </a:lnTo>
                <a:lnTo>
                  <a:pt x="0" y="8500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87045" y="236855"/>
            <a:ext cx="6513909" cy="79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14"/>
              </a:lnSpc>
              <a:spcBef>
                <a:spcPct val="0"/>
              </a:spcBef>
            </a:pPr>
            <a:r>
              <a:rPr lang="en-US" sz="5499" spc="-164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CONTEXTO GENERAL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4325" y="9698800"/>
            <a:ext cx="704503" cy="780973"/>
          </a:xfrm>
          <a:custGeom>
            <a:avLst/>
            <a:gdLst/>
            <a:ahLst/>
            <a:cxnLst/>
            <a:rect r="r" b="b" t="t" l="l"/>
            <a:pathLst>
              <a:path h="780973" w="704503">
                <a:moveTo>
                  <a:pt x="0" y="0"/>
                </a:moveTo>
                <a:lnTo>
                  <a:pt x="704502" y="0"/>
                </a:lnTo>
                <a:lnTo>
                  <a:pt x="704502" y="780973"/>
                </a:lnTo>
                <a:lnTo>
                  <a:pt x="0" y="7809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0172" y="9536259"/>
            <a:ext cx="252808" cy="249849"/>
          </a:xfrm>
          <a:custGeom>
            <a:avLst/>
            <a:gdLst/>
            <a:ahLst/>
            <a:cxnLst/>
            <a:rect r="r" b="b" t="t" l="l"/>
            <a:pathLst>
              <a:path h="249849" w="252808">
                <a:moveTo>
                  <a:pt x="0" y="0"/>
                </a:moveTo>
                <a:lnTo>
                  <a:pt x="252808" y="0"/>
                </a:lnTo>
                <a:lnTo>
                  <a:pt x="252808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6576" y="9422048"/>
            <a:ext cx="478270" cy="478270"/>
          </a:xfrm>
          <a:custGeom>
            <a:avLst/>
            <a:gdLst/>
            <a:ahLst/>
            <a:cxnLst/>
            <a:rect r="r" b="b" t="t" l="l"/>
            <a:pathLst>
              <a:path h="478270" w="478270">
                <a:moveTo>
                  <a:pt x="0" y="0"/>
                </a:moveTo>
                <a:lnTo>
                  <a:pt x="478270" y="0"/>
                </a:lnTo>
                <a:lnTo>
                  <a:pt x="478270" y="478270"/>
                </a:lnTo>
                <a:lnTo>
                  <a:pt x="0" y="478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527" y="9536259"/>
            <a:ext cx="139082" cy="249849"/>
          </a:xfrm>
          <a:custGeom>
            <a:avLst/>
            <a:gdLst/>
            <a:ahLst/>
            <a:cxnLst/>
            <a:rect r="r" b="b" t="t" l="l"/>
            <a:pathLst>
              <a:path h="249849" w="139082">
                <a:moveTo>
                  <a:pt x="0" y="0"/>
                </a:moveTo>
                <a:lnTo>
                  <a:pt x="139082" y="0"/>
                </a:lnTo>
                <a:lnTo>
                  <a:pt x="139082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655790" y="-12383430"/>
            <a:ext cx="5858788" cy="21548520"/>
            <a:chOff x="0" y="0"/>
            <a:chExt cx="1543055" cy="5675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3055" cy="5675330"/>
            </a:xfrm>
            <a:custGeom>
              <a:avLst/>
              <a:gdLst/>
              <a:ahLst/>
              <a:cxnLst/>
              <a:rect r="r" b="b" t="t" l="l"/>
              <a:pathLst>
                <a:path h="5675330" w="1543055">
                  <a:moveTo>
                    <a:pt x="67392" y="0"/>
                  </a:moveTo>
                  <a:lnTo>
                    <a:pt x="1475663" y="0"/>
                  </a:lnTo>
                  <a:cubicBezTo>
                    <a:pt x="1493536" y="0"/>
                    <a:pt x="1510678" y="7100"/>
                    <a:pt x="1523316" y="19739"/>
                  </a:cubicBezTo>
                  <a:cubicBezTo>
                    <a:pt x="1535955" y="32377"/>
                    <a:pt x="1543055" y="49519"/>
                    <a:pt x="1543055" y="67392"/>
                  </a:cubicBezTo>
                  <a:lnTo>
                    <a:pt x="1543055" y="5607938"/>
                  </a:lnTo>
                  <a:cubicBezTo>
                    <a:pt x="1543055" y="5645158"/>
                    <a:pt x="1512883" y="5675330"/>
                    <a:pt x="1475663" y="5675330"/>
                  </a:cubicBezTo>
                  <a:lnTo>
                    <a:pt x="67392" y="5675330"/>
                  </a:lnTo>
                  <a:cubicBezTo>
                    <a:pt x="30173" y="5675330"/>
                    <a:pt x="0" y="5645158"/>
                    <a:pt x="0" y="5607938"/>
                  </a:cubicBezTo>
                  <a:lnTo>
                    <a:pt x="0" y="67392"/>
                  </a:lnTo>
                  <a:cubicBezTo>
                    <a:pt x="0" y="49519"/>
                    <a:pt x="7100" y="32377"/>
                    <a:pt x="19739" y="19739"/>
                  </a:cubicBezTo>
                  <a:cubicBezTo>
                    <a:pt x="32377" y="7100"/>
                    <a:pt x="49519" y="0"/>
                    <a:pt x="67392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3055" cy="571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55194" y="-1320224"/>
            <a:ext cx="2833112" cy="2640447"/>
            <a:chOff x="0" y="0"/>
            <a:chExt cx="746169" cy="6954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169" cy="695426"/>
            </a:xfrm>
            <a:custGeom>
              <a:avLst/>
              <a:gdLst/>
              <a:ahLst/>
              <a:cxnLst/>
              <a:rect r="r" b="b" t="t" l="l"/>
              <a:pathLst>
                <a:path h="695426" w="746169">
                  <a:moveTo>
                    <a:pt x="139365" y="0"/>
                  </a:moveTo>
                  <a:lnTo>
                    <a:pt x="606804" y="0"/>
                  </a:lnTo>
                  <a:cubicBezTo>
                    <a:pt x="683773" y="0"/>
                    <a:pt x="746169" y="62396"/>
                    <a:pt x="746169" y="139365"/>
                  </a:cubicBezTo>
                  <a:lnTo>
                    <a:pt x="746169" y="556061"/>
                  </a:lnTo>
                  <a:cubicBezTo>
                    <a:pt x="746169" y="633030"/>
                    <a:pt x="683773" y="695426"/>
                    <a:pt x="606804" y="695426"/>
                  </a:cubicBezTo>
                  <a:lnTo>
                    <a:pt x="139365" y="695426"/>
                  </a:lnTo>
                  <a:cubicBezTo>
                    <a:pt x="62396" y="695426"/>
                    <a:pt x="0" y="633030"/>
                    <a:pt x="0" y="556061"/>
                  </a:cubicBezTo>
                  <a:lnTo>
                    <a:pt x="0" y="139365"/>
                  </a:lnTo>
                  <a:cubicBezTo>
                    <a:pt x="0" y="62396"/>
                    <a:pt x="62396" y="0"/>
                    <a:pt x="13936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6169" cy="733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63067" y="9258300"/>
            <a:ext cx="1124933" cy="1124933"/>
          </a:xfrm>
          <a:custGeom>
            <a:avLst/>
            <a:gdLst/>
            <a:ahLst/>
            <a:cxnLst/>
            <a:rect r="r" b="b" t="t" l="l"/>
            <a:pathLst>
              <a:path h="1124933" w="1124933">
                <a:moveTo>
                  <a:pt x="0" y="0"/>
                </a:moveTo>
                <a:lnTo>
                  <a:pt x="1124933" y="0"/>
                </a:lnTo>
                <a:lnTo>
                  <a:pt x="1124933" y="1124933"/>
                </a:lnTo>
                <a:lnTo>
                  <a:pt x="0" y="112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93527" y="3711890"/>
            <a:ext cx="1404218" cy="1011037"/>
          </a:xfrm>
          <a:custGeom>
            <a:avLst/>
            <a:gdLst/>
            <a:ahLst/>
            <a:cxnLst/>
            <a:rect r="r" b="b" t="t" l="l"/>
            <a:pathLst>
              <a:path h="1011037" w="1404218">
                <a:moveTo>
                  <a:pt x="0" y="0"/>
                </a:moveTo>
                <a:lnTo>
                  <a:pt x="1404217" y="0"/>
                </a:lnTo>
                <a:lnTo>
                  <a:pt x="1404217" y="1011036"/>
                </a:lnTo>
                <a:lnTo>
                  <a:pt x="0" y="1011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07365" y="1744700"/>
            <a:ext cx="12576541" cy="7307840"/>
          </a:xfrm>
          <a:custGeom>
            <a:avLst/>
            <a:gdLst/>
            <a:ahLst/>
            <a:cxnLst/>
            <a:rect r="r" b="b" t="t" l="l"/>
            <a:pathLst>
              <a:path h="7307840" w="12576541">
                <a:moveTo>
                  <a:pt x="0" y="0"/>
                </a:moveTo>
                <a:lnTo>
                  <a:pt x="12576541" y="0"/>
                </a:lnTo>
                <a:lnTo>
                  <a:pt x="12576541" y="7307840"/>
                </a:lnTo>
                <a:lnTo>
                  <a:pt x="0" y="73078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4" r="0" b="-16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741676" y="101598"/>
            <a:ext cx="4804648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8FFFA"/>
                </a:solidFill>
                <a:latin typeface="Open Sans"/>
                <a:ea typeface="Open Sans"/>
                <a:cs typeface="Open Sans"/>
                <a:sym typeface="Open Sans"/>
              </a:rPr>
              <a:t>CICLO DE VIDA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4325" y="9698800"/>
            <a:ext cx="704503" cy="780973"/>
          </a:xfrm>
          <a:custGeom>
            <a:avLst/>
            <a:gdLst/>
            <a:ahLst/>
            <a:cxnLst/>
            <a:rect r="r" b="b" t="t" l="l"/>
            <a:pathLst>
              <a:path h="780973" w="704503">
                <a:moveTo>
                  <a:pt x="0" y="0"/>
                </a:moveTo>
                <a:lnTo>
                  <a:pt x="704502" y="0"/>
                </a:lnTo>
                <a:lnTo>
                  <a:pt x="704502" y="780973"/>
                </a:lnTo>
                <a:lnTo>
                  <a:pt x="0" y="7809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0172" y="9536259"/>
            <a:ext cx="252808" cy="249849"/>
          </a:xfrm>
          <a:custGeom>
            <a:avLst/>
            <a:gdLst/>
            <a:ahLst/>
            <a:cxnLst/>
            <a:rect r="r" b="b" t="t" l="l"/>
            <a:pathLst>
              <a:path h="249849" w="252808">
                <a:moveTo>
                  <a:pt x="0" y="0"/>
                </a:moveTo>
                <a:lnTo>
                  <a:pt x="252808" y="0"/>
                </a:lnTo>
                <a:lnTo>
                  <a:pt x="252808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6576" y="9422048"/>
            <a:ext cx="478270" cy="478270"/>
          </a:xfrm>
          <a:custGeom>
            <a:avLst/>
            <a:gdLst/>
            <a:ahLst/>
            <a:cxnLst/>
            <a:rect r="r" b="b" t="t" l="l"/>
            <a:pathLst>
              <a:path h="478270" w="478270">
                <a:moveTo>
                  <a:pt x="0" y="0"/>
                </a:moveTo>
                <a:lnTo>
                  <a:pt x="478270" y="0"/>
                </a:lnTo>
                <a:lnTo>
                  <a:pt x="478270" y="478270"/>
                </a:lnTo>
                <a:lnTo>
                  <a:pt x="0" y="4782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1527" y="9536259"/>
            <a:ext cx="139082" cy="249849"/>
          </a:xfrm>
          <a:custGeom>
            <a:avLst/>
            <a:gdLst/>
            <a:ahLst/>
            <a:cxnLst/>
            <a:rect r="r" b="b" t="t" l="l"/>
            <a:pathLst>
              <a:path h="249849" w="139082">
                <a:moveTo>
                  <a:pt x="0" y="0"/>
                </a:moveTo>
                <a:lnTo>
                  <a:pt x="139082" y="0"/>
                </a:lnTo>
                <a:lnTo>
                  <a:pt x="139082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863315" y="-12409788"/>
            <a:ext cx="5911503" cy="21548520"/>
            <a:chOff x="0" y="0"/>
            <a:chExt cx="1556939" cy="5675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56939" cy="5675330"/>
            </a:xfrm>
            <a:custGeom>
              <a:avLst/>
              <a:gdLst/>
              <a:ahLst/>
              <a:cxnLst/>
              <a:rect r="r" b="b" t="t" l="l"/>
              <a:pathLst>
                <a:path h="5675330" w="1556939">
                  <a:moveTo>
                    <a:pt x="66791" y="0"/>
                  </a:moveTo>
                  <a:lnTo>
                    <a:pt x="1490148" y="0"/>
                  </a:lnTo>
                  <a:cubicBezTo>
                    <a:pt x="1507862" y="0"/>
                    <a:pt x="1524851" y="7037"/>
                    <a:pt x="1537376" y="19563"/>
                  </a:cubicBezTo>
                  <a:cubicBezTo>
                    <a:pt x="1549902" y="32089"/>
                    <a:pt x="1556939" y="49077"/>
                    <a:pt x="1556939" y="66791"/>
                  </a:cubicBezTo>
                  <a:lnTo>
                    <a:pt x="1556939" y="5608539"/>
                  </a:lnTo>
                  <a:cubicBezTo>
                    <a:pt x="1556939" y="5626253"/>
                    <a:pt x="1549902" y="5643242"/>
                    <a:pt x="1537376" y="5655768"/>
                  </a:cubicBezTo>
                  <a:cubicBezTo>
                    <a:pt x="1524851" y="5668294"/>
                    <a:pt x="1507862" y="5675330"/>
                    <a:pt x="1490148" y="5675330"/>
                  </a:cubicBezTo>
                  <a:lnTo>
                    <a:pt x="66791" y="5675330"/>
                  </a:lnTo>
                  <a:cubicBezTo>
                    <a:pt x="49077" y="5675330"/>
                    <a:pt x="32089" y="5668294"/>
                    <a:pt x="19563" y="5655768"/>
                  </a:cubicBezTo>
                  <a:cubicBezTo>
                    <a:pt x="7037" y="5643242"/>
                    <a:pt x="0" y="5626253"/>
                    <a:pt x="0" y="5608539"/>
                  </a:cubicBezTo>
                  <a:lnTo>
                    <a:pt x="0" y="66791"/>
                  </a:lnTo>
                  <a:cubicBezTo>
                    <a:pt x="0" y="49077"/>
                    <a:pt x="7037" y="32089"/>
                    <a:pt x="19563" y="19563"/>
                  </a:cubicBezTo>
                  <a:cubicBezTo>
                    <a:pt x="32089" y="7037"/>
                    <a:pt x="49077" y="0"/>
                    <a:pt x="66791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56939" cy="571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55194" y="-1320224"/>
            <a:ext cx="2833112" cy="2640447"/>
            <a:chOff x="0" y="0"/>
            <a:chExt cx="746169" cy="6954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169" cy="695426"/>
            </a:xfrm>
            <a:custGeom>
              <a:avLst/>
              <a:gdLst/>
              <a:ahLst/>
              <a:cxnLst/>
              <a:rect r="r" b="b" t="t" l="l"/>
              <a:pathLst>
                <a:path h="695426" w="746169">
                  <a:moveTo>
                    <a:pt x="139365" y="0"/>
                  </a:moveTo>
                  <a:lnTo>
                    <a:pt x="606804" y="0"/>
                  </a:lnTo>
                  <a:cubicBezTo>
                    <a:pt x="683773" y="0"/>
                    <a:pt x="746169" y="62396"/>
                    <a:pt x="746169" y="139365"/>
                  </a:cubicBezTo>
                  <a:lnTo>
                    <a:pt x="746169" y="556061"/>
                  </a:lnTo>
                  <a:cubicBezTo>
                    <a:pt x="746169" y="633030"/>
                    <a:pt x="683773" y="695426"/>
                    <a:pt x="606804" y="695426"/>
                  </a:cubicBezTo>
                  <a:lnTo>
                    <a:pt x="139365" y="695426"/>
                  </a:lnTo>
                  <a:cubicBezTo>
                    <a:pt x="62396" y="695426"/>
                    <a:pt x="0" y="633030"/>
                    <a:pt x="0" y="556061"/>
                  </a:cubicBezTo>
                  <a:lnTo>
                    <a:pt x="0" y="139365"/>
                  </a:lnTo>
                  <a:cubicBezTo>
                    <a:pt x="0" y="62396"/>
                    <a:pt x="62396" y="0"/>
                    <a:pt x="13936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6169" cy="733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76307" y="9635310"/>
            <a:ext cx="1124933" cy="1124933"/>
          </a:xfrm>
          <a:custGeom>
            <a:avLst/>
            <a:gdLst/>
            <a:ahLst/>
            <a:cxnLst/>
            <a:rect r="r" b="b" t="t" l="l"/>
            <a:pathLst>
              <a:path h="1124933" w="1124933">
                <a:moveTo>
                  <a:pt x="0" y="0"/>
                </a:moveTo>
                <a:lnTo>
                  <a:pt x="1124933" y="0"/>
                </a:lnTo>
                <a:lnTo>
                  <a:pt x="1124933" y="1124934"/>
                </a:lnTo>
                <a:lnTo>
                  <a:pt x="0" y="1124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13886" y="1926597"/>
            <a:ext cx="3289368" cy="1128901"/>
            <a:chOff x="0" y="0"/>
            <a:chExt cx="785997" cy="269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5997" cy="269752"/>
            </a:xfrm>
            <a:custGeom>
              <a:avLst/>
              <a:gdLst/>
              <a:ahLst/>
              <a:cxnLst/>
              <a:rect r="r" b="b" t="t" l="l"/>
              <a:pathLst>
                <a:path h="269752" w="785997">
                  <a:moveTo>
                    <a:pt x="120035" y="0"/>
                  </a:moveTo>
                  <a:lnTo>
                    <a:pt x="665963" y="0"/>
                  </a:lnTo>
                  <a:cubicBezTo>
                    <a:pt x="697798" y="0"/>
                    <a:pt x="728329" y="12646"/>
                    <a:pt x="750840" y="35157"/>
                  </a:cubicBezTo>
                  <a:cubicBezTo>
                    <a:pt x="773351" y="57668"/>
                    <a:pt x="785997" y="88199"/>
                    <a:pt x="785997" y="120035"/>
                  </a:cubicBezTo>
                  <a:lnTo>
                    <a:pt x="785997" y="149717"/>
                  </a:lnTo>
                  <a:cubicBezTo>
                    <a:pt x="785997" y="181552"/>
                    <a:pt x="773351" y="212084"/>
                    <a:pt x="750840" y="234595"/>
                  </a:cubicBezTo>
                  <a:cubicBezTo>
                    <a:pt x="728329" y="257105"/>
                    <a:pt x="697798" y="269752"/>
                    <a:pt x="665963" y="269752"/>
                  </a:cubicBezTo>
                  <a:lnTo>
                    <a:pt x="120035" y="269752"/>
                  </a:lnTo>
                  <a:cubicBezTo>
                    <a:pt x="88199" y="269752"/>
                    <a:pt x="57668" y="257105"/>
                    <a:pt x="35157" y="234595"/>
                  </a:cubicBezTo>
                  <a:cubicBezTo>
                    <a:pt x="12646" y="212084"/>
                    <a:pt x="0" y="181552"/>
                    <a:pt x="0" y="149717"/>
                  </a:cubicBezTo>
                  <a:lnTo>
                    <a:pt x="0" y="120035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785997" cy="29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Aplicacion movil nativa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3886" y="3428277"/>
            <a:ext cx="3289368" cy="1128901"/>
            <a:chOff x="0" y="0"/>
            <a:chExt cx="785997" cy="269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5997" cy="269752"/>
            </a:xfrm>
            <a:custGeom>
              <a:avLst/>
              <a:gdLst/>
              <a:ahLst/>
              <a:cxnLst/>
              <a:rect r="r" b="b" t="t" l="l"/>
              <a:pathLst>
                <a:path h="269752" w="785997">
                  <a:moveTo>
                    <a:pt x="120035" y="0"/>
                  </a:moveTo>
                  <a:lnTo>
                    <a:pt x="665963" y="0"/>
                  </a:lnTo>
                  <a:cubicBezTo>
                    <a:pt x="697798" y="0"/>
                    <a:pt x="728329" y="12646"/>
                    <a:pt x="750840" y="35157"/>
                  </a:cubicBezTo>
                  <a:cubicBezTo>
                    <a:pt x="773351" y="57668"/>
                    <a:pt x="785997" y="88199"/>
                    <a:pt x="785997" y="120035"/>
                  </a:cubicBezTo>
                  <a:lnTo>
                    <a:pt x="785997" y="149717"/>
                  </a:lnTo>
                  <a:cubicBezTo>
                    <a:pt x="785997" y="181552"/>
                    <a:pt x="773351" y="212084"/>
                    <a:pt x="750840" y="234595"/>
                  </a:cubicBezTo>
                  <a:cubicBezTo>
                    <a:pt x="728329" y="257105"/>
                    <a:pt x="697798" y="269752"/>
                    <a:pt x="665963" y="269752"/>
                  </a:cubicBezTo>
                  <a:lnTo>
                    <a:pt x="120035" y="269752"/>
                  </a:lnTo>
                  <a:cubicBezTo>
                    <a:pt x="88199" y="269752"/>
                    <a:pt x="57668" y="257105"/>
                    <a:pt x="35157" y="234595"/>
                  </a:cubicBezTo>
                  <a:cubicBezTo>
                    <a:pt x="12646" y="212084"/>
                    <a:pt x="0" y="181552"/>
                    <a:pt x="0" y="149717"/>
                  </a:cubicBezTo>
                  <a:lnTo>
                    <a:pt x="0" y="120035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85997" cy="29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Sistema de multas personalizado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13886" y="5071528"/>
            <a:ext cx="3289368" cy="1128901"/>
            <a:chOff x="0" y="0"/>
            <a:chExt cx="785997" cy="269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5997" cy="269752"/>
            </a:xfrm>
            <a:custGeom>
              <a:avLst/>
              <a:gdLst/>
              <a:ahLst/>
              <a:cxnLst/>
              <a:rect r="r" b="b" t="t" l="l"/>
              <a:pathLst>
                <a:path h="269752" w="785997">
                  <a:moveTo>
                    <a:pt x="120035" y="0"/>
                  </a:moveTo>
                  <a:lnTo>
                    <a:pt x="665963" y="0"/>
                  </a:lnTo>
                  <a:cubicBezTo>
                    <a:pt x="697798" y="0"/>
                    <a:pt x="728329" y="12646"/>
                    <a:pt x="750840" y="35157"/>
                  </a:cubicBezTo>
                  <a:cubicBezTo>
                    <a:pt x="773351" y="57668"/>
                    <a:pt x="785997" y="88199"/>
                    <a:pt x="785997" y="120035"/>
                  </a:cubicBezTo>
                  <a:lnTo>
                    <a:pt x="785997" y="149717"/>
                  </a:lnTo>
                  <a:cubicBezTo>
                    <a:pt x="785997" y="181552"/>
                    <a:pt x="773351" y="212084"/>
                    <a:pt x="750840" y="234595"/>
                  </a:cubicBezTo>
                  <a:cubicBezTo>
                    <a:pt x="728329" y="257105"/>
                    <a:pt x="697798" y="269752"/>
                    <a:pt x="665963" y="269752"/>
                  </a:cubicBezTo>
                  <a:lnTo>
                    <a:pt x="120035" y="269752"/>
                  </a:lnTo>
                  <a:cubicBezTo>
                    <a:pt x="88199" y="269752"/>
                    <a:pt x="57668" y="257105"/>
                    <a:pt x="35157" y="234595"/>
                  </a:cubicBezTo>
                  <a:cubicBezTo>
                    <a:pt x="12646" y="212084"/>
                    <a:pt x="0" y="181552"/>
                    <a:pt x="0" y="149717"/>
                  </a:cubicBezTo>
                  <a:lnTo>
                    <a:pt x="0" y="120035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785997" cy="29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Modulo de renovacion de prestamos online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13886" y="6641369"/>
            <a:ext cx="3289368" cy="1128901"/>
            <a:chOff x="0" y="0"/>
            <a:chExt cx="785997" cy="269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5997" cy="269752"/>
            </a:xfrm>
            <a:custGeom>
              <a:avLst/>
              <a:gdLst/>
              <a:ahLst/>
              <a:cxnLst/>
              <a:rect r="r" b="b" t="t" l="l"/>
              <a:pathLst>
                <a:path h="269752" w="785997">
                  <a:moveTo>
                    <a:pt x="120035" y="0"/>
                  </a:moveTo>
                  <a:lnTo>
                    <a:pt x="665963" y="0"/>
                  </a:lnTo>
                  <a:cubicBezTo>
                    <a:pt x="697798" y="0"/>
                    <a:pt x="728329" y="12646"/>
                    <a:pt x="750840" y="35157"/>
                  </a:cubicBezTo>
                  <a:cubicBezTo>
                    <a:pt x="773351" y="57668"/>
                    <a:pt x="785997" y="88199"/>
                    <a:pt x="785997" y="120035"/>
                  </a:cubicBezTo>
                  <a:lnTo>
                    <a:pt x="785997" y="149717"/>
                  </a:lnTo>
                  <a:cubicBezTo>
                    <a:pt x="785997" y="181552"/>
                    <a:pt x="773351" y="212084"/>
                    <a:pt x="750840" y="234595"/>
                  </a:cubicBezTo>
                  <a:cubicBezTo>
                    <a:pt x="728329" y="257105"/>
                    <a:pt x="697798" y="269752"/>
                    <a:pt x="665963" y="269752"/>
                  </a:cubicBezTo>
                  <a:lnTo>
                    <a:pt x="120035" y="269752"/>
                  </a:lnTo>
                  <a:cubicBezTo>
                    <a:pt x="88199" y="269752"/>
                    <a:pt x="57668" y="257105"/>
                    <a:pt x="35157" y="234595"/>
                  </a:cubicBezTo>
                  <a:cubicBezTo>
                    <a:pt x="12646" y="212084"/>
                    <a:pt x="0" y="181552"/>
                    <a:pt x="0" y="149717"/>
                  </a:cubicBezTo>
                  <a:lnTo>
                    <a:pt x="0" y="120035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785997" cy="29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Modulo de accesibilidad a personas invidentes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13886" y="8211209"/>
            <a:ext cx="3289368" cy="1128901"/>
            <a:chOff x="0" y="0"/>
            <a:chExt cx="785997" cy="269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5997" cy="269752"/>
            </a:xfrm>
            <a:custGeom>
              <a:avLst/>
              <a:gdLst/>
              <a:ahLst/>
              <a:cxnLst/>
              <a:rect r="r" b="b" t="t" l="l"/>
              <a:pathLst>
                <a:path h="269752" w="785997">
                  <a:moveTo>
                    <a:pt x="120035" y="0"/>
                  </a:moveTo>
                  <a:lnTo>
                    <a:pt x="665963" y="0"/>
                  </a:lnTo>
                  <a:cubicBezTo>
                    <a:pt x="697798" y="0"/>
                    <a:pt x="728329" y="12646"/>
                    <a:pt x="750840" y="35157"/>
                  </a:cubicBezTo>
                  <a:cubicBezTo>
                    <a:pt x="773351" y="57668"/>
                    <a:pt x="785997" y="88199"/>
                    <a:pt x="785997" y="120035"/>
                  </a:cubicBezTo>
                  <a:lnTo>
                    <a:pt x="785997" y="149717"/>
                  </a:lnTo>
                  <a:cubicBezTo>
                    <a:pt x="785997" y="181552"/>
                    <a:pt x="773351" y="212084"/>
                    <a:pt x="750840" y="234595"/>
                  </a:cubicBezTo>
                  <a:cubicBezTo>
                    <a:pt x="728329" y="257105"/>
                    <a:pt x="697798" y="269752"/>
                    <a:pt x="665963" y="269752"/>
                  </a:cubicBezTo>
                  <a:lnTo>
                    <a:pt x="120035" y="269752"/>
                  </a:lnTo>
                  <a:cubicBezTo>
                    <a:pt x="88199" y="269752"/>
                    <a:pt x="57668" y="257105"/>
                    <a:pt x="35157" y="234595"/>
                  </a:cubicBezTo>
                  <a:cubicBezTo>
                    <a:pt x="12646" y="212084"/>
                    <a:pt x="0" y="181552"/>
                    <a:pt x="0" y="149717"/>
                  </a:cubicBezTo>
                  <a:lnTo>
                    <a:pt x="0" y="120035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785997" cy="29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Panel de analíticas avanzadas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912727" y="1926597"/>
            <a:ext cx="2984334" cy="1134694"/>
            <a:chOff x="0" y="0"/>
            <a:chExt cx="785997" cy="2988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5997" cy="298849"/>
            </a:xfrm>
            <a:custGeom>
              <a:avLst/>
              <a:gdLst/>
              <a:ahLst/>
              <a:cxnLst/>
              <a:rect r="r" b="b" t="t" l="l"/>
              <a:pathLst>
                <a:path h="298849" w="785997">
                  <a:moveTo>
                    <a:pt x="51884" y="0"/>
                  </a:moveTo>
                  <a:lnTo>
                    <a:pt x="734114" y="0"/>
                  </a:lnTo>
                  <a:cubicBezTo>
                    <a:pt x="747874" y="0"/>
                    <a:pt x="761071" y="5466"/>
                    <a:pt x="770801" y="15196"/>
                  </a:cubicBezTo>
                  <a:cubicBezTo>
                    <a:pt x="780531" y="24926"/>
                    <a:pt x="785997" y="38123"/>
                    <a:pt x="785997" y="51884"/>
                  </a:cubicBezTo>
                  <a:lnTo>
                    <a:pt x="785997" y="246966"/>
                  </a:lnTo>
                  <a:cubicBezTo>
                    <a:pt x="785997" y="260726"/>
                    <a:pt x="780531" y="273923"/>
                    <a:pt x="770801" y="283653"/>
                  </a:cubicBezTo>
                  <a:cubicBezTo>
                    <a:pt x="761071" y="293383"/>
                    <a:pt x="747874" y="298849"/>
                    <a:pt x="734114" y="298849"/>
                  </a:cubicBezTo>
                  <a:lnTo>
                    <a:pt x="51884" y="298849"/>
                  </a:lnTo>
                  <a:cubicBezTo>
                    <a:pt x="23229" y="298849"/>
                    <a:pt x="0" y="275620"/>
                    <a:pt x="0" y="246966"/>
                  </a:cubicBezTo>
                  <a:lnTo>
                    <a:pt x="0" y="51884"/>
                  </a:lnTo>
                  <a:cubicBezTo>
                    <a:pt x="0" y="38123"/>
                    <a:pt x="5466" y="24926"/>
                    <a:pt x="15196" y="15196"/>
                  </a:cubicBezTo>
                  <a:cubicBezTo>
                    <a:pt x="24926" y="5466"/>
                    <a:pt x="38123" y="0"/>
                    <a:pt x="51884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85997" cy="336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890035" y="3428277"/>
            <a:ext cx="3007026" cy="1134694"/>
            <a:chOff x="0" y="0"/>
            <a:chExt cx="791974" cy="2988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1974" cy="298849"/>
            </a:xfrm>
            <a:custGeom>
              <a:avLst/>
              <a:gdLst/>
              <a:ahLst/>
              <a:cxnLst/>
              <a:rect r="r" b="b" t="t" l="l"/>
              <a:pathLst>
                <a:path h="298849" w="791974">
                  <a:moveTo>
                    <a:pt x="51492" y="0"/>
                  </a:moveTo>
                  <a:lnTo>
                    <a:pt x="740482" y="0"/>
                  </a:lnTo>
                  <a:cubicBezTo>
                    <a:pt x="768920" y="0"/>
                    <a:pt x="791974" y="23054"/>
                    <a:pt x="791974" y="51492"/>
                  </a:cubicBezTo>
                  <a:lnTo>
                    <a:pt x="791974" y="247357"/>
                  </a:lnTo>
                  <a:cubicBezTo>
                    <a:pt x="791974" y="261014"/>
                    <a:pt x="786549" y="274111"/>
                    <a:pt x="776892" y="283768"/>
                  </a:cubicBezTo>
                  <a:cubicBezTo>
                    <a:pt x="767236" y="293424"/>
                    <a:pt x="754138" y="298849"/>
                    <a:pt x="740482" y="298849"/>
                  </a:cubicBezTo>
                  <a:lnTo>
                    <a:pt x="51492" y="298849"/>
                  </a:lnTo>
                  <a:cubicBezTo>
                    <a:pt x="23054" y="298849"/>
                    <a:pt x="0" y="275796"/>
                    <a:pt x="0" y="247357"/>
                  </a:cubicBezTo>
                  <a:lnTo>
                    <a:pt x="0" y="51492"/>
                  </a:lnTo>
                  <a:cubicBezTo>
                    <a:pt x="0" y="37836"/>
                    <a:pt x="5425" y="24738"/>
                    <a:pt x="15082" y="15082"/>
                  </a:cubicBezTo>
                  <a:cubicBezTo>
                    <a:pt x="24738" y="5425"/>
                    <a:pt x="37836" y="0"/>
                    <a:pt x="51492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91974" cy="336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932957" y="5064980"/>
            <a:ext cx="2943874" cy="1134694"/>
            <a:chOff x="0" y="0"/>
            <a:chExt cx="775341" cy="29884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5341" cy="298849"/>
            </a:xfrm>
            <a:custGeom>
              <a:avLst/>
              <a:gdLst/>
              <a:ahLst/>
              <a:cxnLst/>
              <a:rect r="r" b="b" t="t" l="l"/>
              <a:pathLst>
                <a:path h="298849" w="775341">
                  <a:moveTo>
                    <a:pt x="52597" y="0"/>
                  </a:moveTo>
                  <a:lnTo>
                    <a:pt x="722744" y="0"/>
                  </a:lnTo>
                  <a:cubicBezTo>
                    <a:pt x="751793" y="0"/>
                    <a:pt x="775341" y="23548"/>
                    <a:pt x="775341" y="52597"/>
                  </a:cubicBezTo>
                  <a:lnTo>
                    <a:pt x="775341" y="246253"/>
                  </a:lnTo>
                  <a:cubicBezTo>
                    <a:pt x="775341" y="260202"/>
                    <a:pt x="769800" y="273580"/>
                    <a:pt x="759936" y="283444"/>
                  </a:cubicBezTo>
                  <a:cubicBezTo>
                    <a:pt x="750072" y="293308"/>
                    <a:pt x="736694" y="298849"/>
                    <a:pt x="722744" y="298849"/>
                  </a:cubicBezTo>
                  <a:lnTo>
                    <a:pt x="52597" y="298849"/>
                  </a:lnTo>
                  <a:cubicBezTo>
                    <a:pt x="23548" y="298849"/>
                    <a:pt x="0" y="275301"/>
                    <a:pt x="0" y="246253"/>
                  </a:cubicBezTo>
                  <a:lnTo>
                    <a:pt x="0" y="52597"/>
                  </a:lnTo>
                  <a:cubicBezTo>
                    <a:pt x="0" y="23548"/>
                    <a:pt x="23548" y="0"/>
                    <a:pt x="52597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75341" cy="336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945395" y="6489245"/>
            <a:ext cx="2984334" cy="1134694"/>
            <a:chOff x="0" y="0"/>
            <a:chExt cx="785997" cy="29884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85997" cy="298849"/>
            </a:xfrm>
            <a:custGeom>
              <a:avLst/>
              <a:gdLst/>
              <a:ahLst/>
              <a:cxnLst/>
              <a:rect r="r" b="b" t="t" l="l"/>
              <a:pathLst>
                <a:path h="298849" w="785997">
                  <a:moveTo>
                    <a:pt x="51884" y="0"/>
                  </a:moveTo>
                  <a:lnTo>
                    <a:pt x="734114" y="0"/>
                  </a:lnTo>
                  <a:cubicBezTo>
                    <a:pt x="747874" y="0"/>
                    <a:pt x="761071" y="5466"/>
                    <a:pt x="770801" y="15196"/>
                  </a:cubicBezTo>
                  <a:cubicBezTo>
                    <a:pt x="780531" y="24926"/>
                    <a:pt x="785997" y="38123"/>
                    <a:pt x="785997" y="51884"/>
                  </a:cubicBezTo>
                  <a:lnTo>
                    <a:pt x="785997" y="246966"/>
                  </a:lnTo>
                  <a:cubicBezTo>
                    <a:pt x="785997" y="260726"/>
                    <a:pt x="780531" y="273923"/>
                    <a:pt x="770801" y="283653"/>
                  </a:cubicBezTo>
                  <a:cubicBezTo>
                    <a:pt x="761071" y="293383"/>
                    <a:pt x="747874" y="298849"/>
                    <a:pt x="734114" y="298849"/>
                  </a:cubicBezTo>
                  <a:lnTo>
                    <a:pt x="51884" y="298849"/>
                  </a:lnTo>
                  <a:cubicBezTo>
                    <a:pt x="23229" y="298849"/>
                    <a:pt x="0" y="275620"/>
                    <a:pt x="0" y="246966"/>
                  </a:cubicBezTo>
                  <a:lnTo>
                    <a:pt x="0" y="51884"/>
                  </a:lnTo>
                  <a:cubicBezTo>
                    <a:pt x="0" y="38123"/>
                    <a:pt x="5466" y="24926"/>
                    <a:pt x="15196" y="15196"/>
                  </a:cubicBezTo>
                  <a:cubicBezTo>
                    <a:pt x="24926" y="5466"/>
                    <a:pt x="38123" y="0"/>
                    <a:pt x="51884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85997" cy="336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949489" y="8233539"/>
            <a:ext cx="2927342" cy="1134694"/>
            <a:chOff x="0" y="0"/>
            <a:chExt cx="770987" cy="29884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70987" cy="298849"/>
            </a:xfrm>
            <a:custGeom>
              <a:avLst/>
              <a:gdLst/>
              <a:ahLst/>
              <a:cxnLst/>
              <a:rect r="r" b="b" t="t" l="l"/>
              <a:pathLst>
                <a:path h="298849" w="770987">
                  <a:moveTo>
                    <a:pt x="52894" y="0"/>
                  </a:moveTo>
                  <a:lnTo>
                    <a:pt x="718093" y="0"/>
                  </a:lnTo>
                  <a:cubicBezTo>
                    <a:pt x="732122" y="0"/>
                    <a:pt x="745575" y="5573"/>
                    <a:pt x="755495" y="15492"/>
                  </a:cubicBezTo>
                  <a:cubicBezTo>
                    <a:pt x="765414" y="25412"/>
                    <a:pt x="770987" y="38866"/>
                    <a:pt x="770987" y="52894"/>
                  </a:cubicBezTo>
                  <a:lnTo>
                    <a:pt x="770987" y="245956"/>
                  </a:lnTo>
                  <a:cubicBezTo>
                    <a:pt x="770987" y="259984"/>
                    <a:pt x="765414" y="273438"/>
                    <a:pt x="755495" y="283357"/>
                  </a:cubicBezTo>
                  <a:cubicBezTo>
                    <a:pt x="745575" y="293277"/>
                    <a:pt x="732122" y="298849"/>
                    <a:pt x="718093" y="298849"/>
                  </a:cubicBezTo>
                  <a:lnTo>
                    <a:pt x="52894" y="298849"/>
                  </a:lnTo>
                  <a:cubicBezTo>
                    <a:pt x="23681" y="298849"/>
                    <a:pt x="0" y="275168"/>
                    <a:pt x="0" y="245956"/>
                  </a:cubicBezTo>
                  <a:lnTo>
                    <a:pt x="0" y="52894"/>
                  </a:lnTo>
                  <a:cubicBezTo>
                    <a:pt x="0" y="38866"/>
                    <a:pt x="5573" y="25412"/>
                    <a:pt x="15492" y="15492"/>
                  </a:cubicBezTo>
                  <a:cubicBezTo>
                    <a:pt x="25412" y="5573"/>
                    <a:pt x="38866" y="0"/>
                    <a:pt x="52894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70987" cy="336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9" id="39"/>
          <p:cNvSpPr/>
          <p:nvPr/>
        </p:nvSpPr>
        <p:spPr>
          <a:xfrm>
            <a:off x="4703253" y="2491047"/>
            <a:ext cx="3209474" cy="28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4703253" y="3992727"/>
            <a:ext cx="3186782" cy="28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4474328" y="5632118"/>
            <a:ext cx="3458629" cy="21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4497039" y="7056592"/>
            <a:ext cx="3448356" cy="217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4703253" y="8775660"/>
            <a:ext cx="3246236" cy="252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12744319" y="294396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089505" y="2037077"/>
            <a:ext cx="673421" cy="1024214"/>
          </a:xfrm>
          <a:custGeom>
            <a:avLst/>
            <a:gdLst/>
            <a:ahLst/>
            <a:cxnLst/>
            <a:rect r="r" b="b" t="t" l="l"/>
            <a:pathLst>
              <a:path h="1024214" w="673421">
                <a:moveTo>
                  <a:pt x="0" y="0"/>
                </a:moveTo>
                <a:lnTo>
                  <a:pt x="673421" y="0"/>
                </a:lnTo>
                <a:lnTo>
                  <a:pt x="673421" y="1024214"/>
                </a:lnTo>
                <a:lnTo>
                  <a:pt x="0" y="10242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988089" y="3541427"/>
            <a:ext cx="876253" cy="913954"/>
          </a:xfrm>
          <a:custGeom>
            <a:avLst/>
            <a:gdLst/>
            <a:ahLst/>
            <a:cxnLst/>
            <a:rect r="r" b="b" t="t" l="l"/>
            <a:pathLst>
              <a:path h="913954" w="876253">
                <a:moveTo>
                  <a:pt x="0" y="0"/>
                </a:moveTo>
                <a:lnTo>
                  <a:pt x="876253" y="0"/>
                </a:lnTo>
                <a:lnTo>
                  <a:pt x="876253" y="913953"/>
                </a:lnTo>
                <a:lnTo>
                  <a:pt x="0" y="91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8968322" y="5178085"/>
            <a:ext cx="915787" cy="915787"/>
          </a:xfrm>
          <a:custGeom>
            <a:avLst/>
            <a:gdLst/>
            <a:ahLst/>
            <a:cxnLst/>
            <a:rect r="r" b="b" t="t" l="l"/>
            <a:pathLst>
              <a:path h="915787" w="915787">
                <a:moveTo>
                  <a:pt x="0" y="0"/>
                </a:moveTo>
                <a:lnTo>
                  <a:pt x="915787" y="0"/>
                </a:lnTo>
                <a:lnTo>
                  <a:pt x="915787" y="915787"/>
                </a:lnTo>
                <a:lnTo>
                  <a:pt x="0" y="9157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8929464" y="6609249"/>
            <a:ext cx="967392" cy="841631"/>
          </a:xfrm>
          <a:custGeom>
            <a:avLst/>
            <a:gdLst/>
            <a:ahLst/>
            <a:cxnLst/>
            <a:rect r="r" b="b" t="t" l="l"/>
            <a:pathLst>
              <a:path h="841631" w="967392">
                <a:moveTo>
                  <a:pt x="0" y="0"/>
                </a:moveTo>
                <a:lnTo>
                  <a:pt x="967392" y="0"/>
                </a:lnTo>
                <a:lnTo>
                  <a:pt x="967392" y="841632"/>
                </a:lnTo>
                <a:lnTo>
                  <a:pt x="0" y="8416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8999436" y="8326950"/>
            <a:ext cx="897420" cy="897420"/>
          </a:xfrm>
          <a:custGeom>
            <a:avLst/>
            <a:gdLst/>
            <a:ahLst/>
            <a:cxnLst/>
            <a:rect r="r" b="b" t="t" l="l"/>
            <a:pathLst>
              <a:path h="897420" w="897420">
                <a:moveTo>
                  <a:pt x="0" y="0"/>
                </a:moveTo>
                <a:lnTo>
                  <a:pt x="897420" y="0"/>
                </a:lnTo>
                <a:lnTo>
                  <a:pt x="897420" y="897420"/>
                </a:lnTo>
                <a:lnTo>
                  <a:pt x="0" y="8974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576125" y="236855"/>
            <a:ext cx="15700181" cy="79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14"/>
              </a:lnSpc>
              <a:spcBef>
                <a:spcPct val="0"/>
              </a:spcBef>
            </a:pPr>
            <a:r>
              <a:rPr lang="en-US" sz="5499" spc="-1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MEJORAS PROPUESTAS Y LECCIONES APRENDIDAS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84325" y="9698800"/>
            <a:ext cx="704503" cy="780973"/>
          </a:xfrm>
          <a:custGeom>
            <a:avLst/>
            <a:gdLst/>
            <a:ahLst/>
            <a:cxnLst/>
            <a:rect r="r" b="b" t="t" l="l"/>
            <a:pathLst>
              <a:path h="780973" w="704503">
                <a:moveTo>
                  <a:pt x="0" y="0"/>
                </a:moveTo>
                <a:lnTo>
                  <a:pt x="704502" y="0"/>
                </a:lnTo>
                <a:lnTo>
                  <a:pt x="704502" y="780973"/>
                </a:lnTo>
                <a:lnTo>
                  <a:pt x="0" y="78097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310172" y="9536259"/>
            <a:ext cx="252808" cy="249849"/>
          </a:xfrm>
          <a:custGeom>
            <a:avLst/>
            <a:gdLst/>
            <a:ahLst/>
            <a:cxnLst/>
            <a:rect r="r" b="b" t="t" l="l"/>
            <a:pathLst>
              <a:path h="249849" w="252808">
                <a:moveTo>
                  <a:pt x="0" y="0"/>
                </a:moveTo>
                <a:lnTo>
                  <a:pt x="252808" y="0"/>
                </a:lnTo>
                <a:lnTo>
                  <a:pt x="252808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436576" y="9422048"/>
            <a:ext cx="478270" cy="478270"/>
          </a:xfrm>
          <a:custGeom>
            <a:avLst/>
            <a:gdLst/>
            <a:ahLst/>
            <a:cxnLst/>
            <a:rect r="r" b="b" t="t" l="l"/>
            <a:pathLst>
              <a:path h="478270" w="478270">
                <a:moveTo>
                  <a:pt x="0" y="0"/>
                </a:moveTo>
                <a:lnTo>
                  <a:pt x="478270" y="0"/>
                </a:lnTo>
                <a:lnTo>
                  <a:pt x="478270" y="478270"/>
                </a:lnTo>
                <a:lnTo>
                  <a:pt x="0" y="47827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31527" y="9536259"/>
            <a:ext cx="139082" cy="249849"/>
          </a:xfrm>
          <a:custGeom>
            <a:avLst/>
            <a:gdLst/>
            <a:ahLst/>
            <a:cxnLst/>
            <a:rect r="r" b="b" t="t" l="l"/>
            <a:pathLst>
              <a:path h="249849" w="139082">
                <a:moveTo>
                  <a:pt x="0" y="0"/>
                </a:moveTo>
                <a:lnTo>
                  <a:pt x="139082" y="0"/>
                </a:lnTo>
                <a:lnTo>
                  <a:pt x="139082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553262" y="-12280902"/>
            <a:ext cx="6063845" cy="21548520"/>
            <a:chOff x="0" y="0"/>
            <a:chExt cx="1597062" cy="5675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062" cy="5675330"/>
            </a:xfrm>
            <a:custGeom>
              <a:avLst/>
              <a:gdLst/>
              <a:ahLst/>
              <a:cxnLst/>
              <a:rect r="r" b="b" t="t" l="l"/>
              <a:pathLst>
                <a:path h="5675330" w="1597062">
                  <a:moveTo>
                    <a:pt x="65113" y="0"/>
                  </a:moveTo>
                  <a:lnTo>
                    <a:pt x="1531948" y="0"/>
                  </a:lnTo>
                  <a:cubicBezTo>
                    <a:pt x="1549218" y="0"/>
                    <a:pt x="1565780" y="6860"/>
                    <a:pt x="1577991" y="19071"/>
                  </a:cubicBezTo>
                  <a:cubicBezTo>
                    <a:pt x="1590202" y="31282"/>
                    <a:pt x="1597062" y="47844"/>
                    <a:pt x="1597062" y="65113"/>
                  </a:cubicBezTo>
                  <a:lnTo>
                    <a:pt x="1597062" y="5610217"/>
                  </a:lnTo>
                  <a:cubicBezTo>
                    <a:pt x="1597062" y="5627486"/>
                    <a:pt x="1590202" y="5644048"/>
                    <a:pt x="1577991" y="5656259"/>
                  </a:cubicBezTo>
                  <a:cubicBezTo>
                    <a:pt x="1565780" y="5668470"/>
                    <a:pt x="1549218" y="5675330"/>
                    <a:pt x="1531948" y="5675330"/>
                  </a:cubicBezTo>
                  <a:lnTo>
                    <a:pt x="65113" y="5675330"/>
                  </a:lnTo>
                  <a:cubicBezTo>
                    <a:pt x="29152" y="5675330"/>
                    <a:pt x="0" y="5646178"/>
                    <a:pt x="0" y="5610217"/>
                  </a:cubicBezTo>
                  <a:lnTo>
                    <a:pt x="0" y="65113"/>
                  </a:lnTo>
                  <a:cubicBezTo>
                    <a:pt x="0" y="47844"/>
                    <a:pt x="6860" y="31282"/>
                    <a:pt x="19071" y="19071"/>
                  </a:cubicBezTo>
                  <a:cubicBezTo>
                    <a:pt x="31282" y="6860"/>
                    <a:pt x="47844" y="0"/>
                    <a:pt x="65113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062" cy="5713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55194" y="-1320224"/>
            <a:ext cx="2833112" cy="2640447"/>
            <a:chOff x="0" y="0"/>
            <a:chExt cx="746169" cy="6954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169" cy="695426"/>
            </a:xfrm>
            <a:custGeom>
              <a:avLst/>
              <a:gdLst/>
              <a:ahLst/>
              <a:cxnLst/>
              <a:rect r="r" b="b" t="t" l="l"/>
              <a:pathLst>
                <a:path h="695426" w="746169">
                  <a:moveTo>
                    <a:pt x="139365" y="0"/>
                  </a:moveTo>
                  <a:lnTo>
                    <a:pt x="606804" y="0"/>
                  </a:lnTo>
                  <a:cubicBezTo>
                    <a:pt x="683773" y="0"/>
                    <a:pt x="746169" y="62396"/>
                    <a:pt x="746169" y="139365"/>
                  </a:cubicBezTo>
                  <a:lnTo>
                    <a:pt x="746169" y="556061"/>
                  </a:lnTo>
                  <a:cubicBezTo>
                    <a:pt x="746169" y="633030"/>
                    <a:pt x="683773" y="695426"/>
                    <a:pt x="606804" y="695426"/>
                  </a:cubicBezTo>
                  <a:lnTo>
                    <a:pt x="139365" y="695426"/>
                  </a:lnTo>
                  <a:cubicBezTo>
                    <a:pt x="62396" y="695426"/>
                    <a:pt x="0" y="633030"/>
                    <a:pt x="0" y="556061"/>
                  </a:cubicBezTo>
                  <a:lnTo>
                    <a:pt x="0" y="139365"/>
                  </a:lnTo>
                  <a:cubicBezTo>
                    <a:pt x="0" y="62396"/>
                    <a:pt x="62396" y="0"/>
                    <a:pt x="13936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6169" cy="733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76307" y="9635310"/>
            <a:ext cx="1124933" cy="1124933"/>
          </a:xfrm>
          <a:custGeom>
            <a:avLst/>
            <a:gdLst/>
            <a:ahLst/>
            <a:cxnLst/>
            <a:rect r="r" b="b" t="t" l="l"/>
            <a:pathLst>
              <a:path h="1124933" w="1124933">
                <a:moveTo>
                  <a:pt x="0" y="0"/>
                </a:moveTo>
                <a:lnTo>
                  <a:pt x="1124933" y="0"/>
                </a:lnTo>
                <a:lnTo>
                  <a:pt x="1124933" y="1124934"/>
                </a:lnTo>
                <a:lnTo>
                  <a:pt x="0" y="11249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57306" y="4311529"/>
            <a:ext cx="2484634" cy="1024214"/>
            <a:chOff x="0" y="0"/>
            <a:chExt cx="654389" cy="269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4389" cy="269752"/>
            </a:xfrm>
            <a:custGeom>
              <a:avLst/>
              <a:gdLst/>
              <a:ahLst/>
              <a:cxnLst/>
              <a:rect r="r" b="b" t="t" l="l"/>
              <a:pathLst>
                <a:path h="269752" w="654389">
                  <a:moveTo>
                    <a:pt x="134876" y="0"/>
                  </a:moveTo>
                  <a:lnTo>
                    <a:pt x="519513" y="0"/>
                  </a:lnTo>
                  <a:cubicBezTo>
                    <a:pt x="555285" y="0"/>
                    <a:pt x="589591" y="14210"/>
                    <a:pt x="614885" y="39504"/>
                  </a:cubicBezTo>
                  <a:cubicBezTo>
                    <a:pt x="640179" y="64798"/>
                    <a:pt x="654389" y="99105"/>
                    <a:pt x="654389" y="134876"/>
                  </a:cubicBezTo>
                  <a:lnTo>
                    <a:pt x="654389" y="134876"/>
                  </a:lnTo>
                  <a:cubicBezTo>
                    <a:pt x="654389" y="209366"/>
                    <a:pt x="594003" y="269752"/>
                    <a:pt x="519513" y="269752"/>
                  </a:cubicBezTo>
                  <a:lnTo>
                    <a:pt x="134876" y="269752"/>
                  </a:lnTo>
                  <a:cubicBezTo>
                    <a:pt x="99105" y="269752"/>
                    <a:pt x="64798" y="255542"/>
                    <a:pt x="39504" y="230248"/>
                  </a:cubicBezTo>
                  <a:cubicBezTo>
                    <a:pt x="14210" y="204954"/>
                    <a:pt x="0" y="170647"/>
                    <a:pt x="0" y="134876"/>
                  </a:cubicBezTo>
                  <a:lnTo>
                    <a:pt x="0" y="134876"/>
                  </a:lnTo>
                  <a:cubicBezTo>
                    <a:pt x="0" y="99105"/>
                    <a:pt x="14210" y="64798"/>
                    <a:pt x="39504" y="39504"/>
                  </a:cubicBezTo>
                  <a:cubicBezTo>
                    <a:pt x="64798" y="14210"/>
                    <a:pt x="99105" y="0"/>
                    <a:pt x="13487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54389" cy="307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HALLAZGOS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38307" y="4386599"/>
            <a:ext cx="3986589" cy="949145"/>
            <a:chOff x="0" y="0"/>
            <a:chExt cx="1049966" cy="2499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9966" cy="249981"/>
            </a:xfrm>
            <a:custGeom>
              <a:avLst/>
              <a:gdLst/>
              <a:ahLst/>
              <a:cxnLst/>
              <a:rect r="r" b="b" t="t" l="l"/>
              <a:pathLst>
                <a:path h="249981" w="1049966">
                  <a:moveTo>
                    <a:pt x="99042" y="0"/>
                  </a:moveTo>
                  <a:lnTo>
                    <a:pt x="950924" y="0"/>
                  </a:lnTo>
                  <a:cubicBezTo>
                    <a:pt x="1005623" y="0"/>
                    <a:pt x="1049966" y="44342"/>
                    <a:pt x="1049966" y="99042"/>
                  </a:cubicBezTo>
                  <a:lnTo>
                    <a:pt x="1049966" y="150939"/>
                  </a:lnTo>
                  <a:cubicBezTo>
                    <a:pt x="1049966" y="205638"/>
                    <a:pt x="1005623" y="249981"/>
                    <a:pt x="950924" y="249981"/>
                  </a:cubicBezTo>
                  <a:lnTo>
                    <a:pt x="99042" y="249981"/>
                  </a:lnTo>
                  <a:cubicBezTo>
                    <a:pt x="44342" y="249981"/>
                    <a:pt x="0" y="205638"/>
                    <a:pt x="0" y="150939"/>
                  </a:cubicBezTo>
                  <a:lnTo>
                    <a:pt x="0" y="99042"/>
                  </a:lnTo>
                  <a:cubicBezTo>
                    <a:pt x="0" y="44342"/>
                    <a:pt x="44342" y="0"/>
                    <a:pt x="99042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49966" cy="288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IMPACTO DEL ÉXITO DEL SISTEMA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264342" y="4311529"/>
            <a:ext cx="3336587" cy="1024214"/>
            <a:chOff x="0" y="0"/>
            <a:chExt cx="878772" cy="269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8772" cy="269752"/>
            </a:xfrm>
            <a:custGeom>
              <a:avLst/>
              <a:gdLst/>
              <a:ahLst/>
              <a:cxnLst/>
              <a:rect r="r" b="b" t="t" l="l"/>
              <a:pathLst>
                <a:path h="269752" w="878772">
                  <a:moveTo>
                    <a:pt x="118336" y="0"/>
                  </a:moveTo>
                  <a:lnTo>
                    <a:pt x="760436" y="0"/>
                  </a:lnTo>
                  <a:cubicBezTo>
                    <a:pt x="825791" y="0"/>
                    <a:pt x="878772" y="52981"/>
                    <a:pt x="878772" y="118336"/>
                  </a:cubicBezTo>
                  <a:lnTo>
                    <a:pt x="878772" y="151416"/>
                  </a:lnTo>
                  <a:cubicBezTo>
                    <a:pt x="878772" y="216771"/>
                    <a:pt x="825791" y="269752"/>
                    <a:pt x="760436" y="269752"/>
                  </a:cubicBezTo>
                  <a:lnTo>
                    <a:pt x="118336" y="269752"/>
                  </a:lnTo>
                  <a:cubicBezTo>
                    <a:pt x="52981" y="269752"/>
                    <a:pt x="0" y="216771"/>
                    <a:pt x="0" y="151416"/>
                  </a:cubicBezTo>
                  <a:lnTo>
                    <a:pt x="0" y="118336"/>
                  </a:lnTo>
                  <a:cubicBezTo>
                    <a:pt x="0" y="52981"/>
                    <a:pt x="52981" y="0"/>
                    <a:pt x="11833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78772" cy="307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APORTE AL NEGOCIO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051923" y="2011269"/>
            <a:ext cx="2184154" cy="218415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93909" y="344122"/>
            <a:ext cx="15700181" cy="79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14"/>
              </a:lnSpc>
              <a:spcBef>
                <a:spcPct val="0"/>
              </a:spcBef>
            </a:pPr>
            <a:r>
              <a:rPr lang="en-US" sz="5499" spc="-1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CONCLUSIÓN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31787" y="5603049"/>
            <a:ext cx="4655805" cy="139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7"/>
              </a:lnSpc>
            </a:pPr>
            <a:r>
              <a:rPr lang="en-US" sz="19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Mejor eficiencia operativa.</a:t>
            </a:r>
          </a:p>
          <a:p>
            <a:pPr algn="l">
              <a:lnSpc>
                <a:spcPts val="2797"/>
              </a:lnSpc>
            </a:pPr>
            <a:r>
              <a:rPr lang="en-US" sz="19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Reducir Errores.</a:t>
            </a:r>
          </a:p>
          <a:p>
            <a:pPr algn="l">
              <a:lnSpc>
                <a:spcPts val="2797"/>
              </a:lnSpc>
            </a:pPr>
            <a:r>
              <a:rPr lang="en-US" sz="19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Optimizar la gestion de la informacion.</a:t>
            </a:r>
          </a:p>
          <a:p>
            <a:pPr algn="l">
              <a:lnSpc>
                <a:spcPts val="2797"/>
              </a:lnSpc>
            </a:pPr>
            <a:r>
              <a:rPr lang="en-US" sz="19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Impacto positivo en la organizacion.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03189" y="5783419"/>
            <a:ext cx="3856826" cy="139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7"/>
              </a:lnSpc>
            </a:pPr>
            <a:r>
              <a:rPr lang="en-US" sz="19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exito radica en la claridad de los requisitos, asegurando de que haga exactamente lo que se necesita.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3909" y="5603049"/>
            <a:ext cx="4434635" cy="174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7"/>
              </a:lnSpc>
            </a:pPr>
            <a:r>
              <a:rPr lang="en-US" sz="19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UNILIB permite abordar las problemáticas actuales de la biblioteca mediante una solución tecnológica que automatiza procesos clave.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167612" y="2011269"/>
            <a:ext cx="2184154" cy="218415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77918" y="2011269"/>
            <a:ext cx="2184154" cy="218415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4325" y="9698800"/>
            <a:ext cx="704503" cy="780973"/>
          </a:xfrm>
          <a:custGeom>
            <a:avLst/>
            <a:gdLst/>
            <a:ahLst/>
            <a:cxnLst/>
            <a:rect r="r" b="b" t="t" l="l"/>
            <a:pathLst>
              <a:path h="780973" w="704503">
                <a:moveTo>
                  <a:pt x="0" y="0"/>
                </a:moveTo>
                <a:lnTo>
                  <a:pt x="704502" y="0"/>
                </a:lnTo>
                <a:lnTo>
                  <a:pt x="704502" y="780973"/>
                </a:lnTo>
                <a:lnTo>
                  <a:pt x="0" y="7809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10172" y="9536259"/>
            <a:ext cx="252808" cy="249849"/>
          </a:xfrm>
          <a:custGeom>
            <a:avLst/>
            <a:gdLst/>
            <a:ahLst/>
            <a:cxnLst/>
            <a:rect r="r" b="b" t="t" l="l"/>
            <a:pathLst>
              <a:path h="249849" w="252808">
                <a:moveTo>
                  <a:pt x="0" y="0"/>
                </a:moveTo>
                <a:lnTo>
                  <a:pt x="252808" y="0"/>
                </a:lnTo>
                <a:lnTo>
                  <a:pt x="252808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36576" y="9422048"/>
            <a:ext cx="478270" cy="478270"/>
          </a:xfrm>
          <a:custGeom>
            <a:avLst/>
            <a:gdLst/>
            <a:ahLst/>
            <a:cxnLst/>
            <a:rect r="r" b="b" t="t" l="l"/>
            <a:pathLst>
              <a:path h="478270" w="478270">
                <a:moveTo>
                  <a:pt x="0" y="0"/>
                </a:moveTo>
                <a:lnTo>
                  <a:pt x="478270" y="0"/>
                </a:lnTo>
                <a:lnTo>
                  <a:pt x="478270" y="478270"/>
                </a:lnTo>
                <a:lnTo>
                  <a:pt x="0" y="4782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1527" y="9536259"/>
            <a:ext cx="139082" cy="249849"/>
          </a:xfrm>
          <a:custGeom>
            <a:avLst/>
            <a:gdLst/>
            <a:ahLst/>
            <a:cxnLst/>
            <a:rect r="r" b="b" t="t" l="l"/>
            <a:pathLst>
              <a:path h="249849" w="139082">
                <a:moveTo>
                  <a:pt x="0" y="0"/>
                </a:moveTo>
                <a:lnTo>
                  <a:pt x="139082" y="0"/>
                </a:lnTo>
                <a:lnTo>
                  <a:pt x="139082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491914" y="-4187841"/>
            <a:ext cx="10957215" cy="19332897"/>
            <a:chOff x="0" y="0"/>
            <a:chExt cx="2885851" cy="509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5851" cy="5091792"/>
            </a:xfrm>
            <a:custGeom>
              <a:avLst/>
              <a:gdLst/>
              <a:ahLst/>
              <a:cxnLst/>
              <a:rect r="r" b="b" t="t" l="l"/>
              <a:pathLst>
                <a:path h="5091792" w="2885851">
                  <a:moveTo>
                    <a:pt x="36035" y="0"/>
                  </a:moveTo>
                  <a:lnTo>
                    <a:pt x="2849817" y="0"/>
                  </a:lnTo>
                  <a:cubicBezTo>
                    <a:pt x="2859373" y="0"/>
                    <a:pt x="2868539" y="3796"/>
                    <a:pt x="2875297" y="10554"/>
                  </a:cubicBezTo>
                  <a:cubicBezTo>
                    <a:pt x="2882055" y="17312"/>
                    <a:pt x="2885851" y="26478"/>
                    <a:pt x="2885851" y="36035"/>
                  </a:cubicBezTo>
                  <a:lnTo>
                    <a:pt x="2885851" y="5055757"/>
                  </a:lnTo>
                  <a:cubicBezTo>
                    <a:pt x="2885851" y="5075659"/>
                    <a:pt x="2869718" y="5091792"/>
                    <a:pt x="2849817" y="5091792"/>
                  </a:cubicBezTo>
                  <a:lnTo>
                    <a:pt x="36035" y="5091792"/>
                  </a:lnTo>
                  <a:cubicBezTo>
                    <a:pt x="26478" y="5091792"/>
                    <a:pt x="17312" y="5087995"/>
                    <a:pt x="10554" y="5081238"/>
                  </a:cubicBezTo>
                  <a:cubicBezTo>
                    <a:pt x="3796" y="5074480"/>
                    <a:pt x="0" y="5065314"/>
                    <a:pt x="0" y="5055757"/>
                  </a:cubicBezTo>
                  <a:lnTo>
                    <a:pt x="0" y="36035"/>
                  </a:lnTo>
                  <a:cubicBezTo>
                    <a:pt x="0" y="26478"/>
                    <a:pt x="3796" y="17312"/>
                    <a:pt x="10554" y="10554"/>
                  </a:cubicBezTo>
                  <a:cubicBezTo>
                    <a:pt x="17312" y="3796"/>
                    <a:pt x="26478" y="0"/>
                    <a:pt x="36035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85851" cy="5129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54478">
            <a:off x="4526270" y="2075213"/>
            <a:ext cx="2184154" cy="218415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459650">
            <a:off x="11659587" y="5089894"/>
            <a:ext cx="2184154" cy="218415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7963129">
            <a:off x="4572509" y="5115386"/>
            <a:ext cx="2184154" cy="218415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3309349">
            <a:off x="11662104" y="2225407"/>
            <a:ext cx="2184154" cy="218415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494502" y="3949697"/>
            <a:ext cx="5298996" cy="119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8FF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PREGUNTAS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4325" y="9698800"/>
            <a:ext cx="704503" cy="780973"/>
          </a:xfrm>
          <a:custGeom>
            <a:avLst/>
            <a:gdLst/>
            <a:ahLst/>
            <a:cxnLst/>
            <a:rect r="r" b="b" t="t" l="l"/>
            <a:pathLst>
              <a:path h="780973" w="704503">
                <a:moveTo>
                  <a:pt x="0" y="0"/>
                </a:moveTo>
                <a:lnTo>
                  <a:pt x="704502" y="0"/>
                </a:lnTo>
                <a:lnTo>
                  <a:pt x="704502" y="780973"/>
                </a:lnTo>
                <a:lnTo>
                  <a:pt x="0" y="780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10172" y="9536259"/>
            <a:ext cx="252808" cy="249849"/>
          </a:xfrm>
          <a:custGeom>
            <a:avLst/>
            <a:gdLst/>
            <a:ahLst/>
            <a:cxnLst/>
            <a:rect r="r" b="b" t="t" l="l"/>
            <a:pathLst>
              <a:path h="249849" w="252808">
                <a:moveTo>
                  <a:pt x="0" y="0"/>
                </a:moveTo>
                <a:lnTo>
                  <a:pt x="252808" y="0"/>
                </a:lnTo>
                <a:lnTo>
                  <a:pt x="252808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36576" y="9422048"/>
            <a:ext cx="478270" cy="478270"/>
          </a:xfrm>
          <a:custGeom>
            <a:avLst/>
            <a:gdLst/>
            <a:ahLst/>
            <a:cxnLst/>
            <a:rect r="r" b="b" t="t" l="l"/>
            <a:pathLst>
              <a:path h="478270" w="478270">
                <a:moveTo>
                  <a:pt x="0" y="0"/>
                </a:moveTo>
                <a:lnTo>
                  <a:pt x="478270" y="0"/>
                </a:lnTo>
                <a:lnTo>
                  <a:pt x="478270" y="478270"/>
                </a:lnTo>
                <a:lnTo>
                  <a:pt x="0" y="478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1527" y="9536259"/>
            <a:ext cx="139082" cy="249849"/>
          </a:xfrm>
          <a:custGeom>
            <a:avLst/>
            <a:gdLst/>
            <a:ahLst/>
            <a:cxnLst/>
            <a:rect r="r" b="b" t="t" l="l"/>
            <a:pathLst>
              <a:path h="249849" w="139082">
                <a:moveTo>
                  <a:pt x="0" y="0"/>
                </a:moveTo>
                <a:lnTo>
                  <a:pt x="139082" y="0"/>
                </a:lnTo>
                <a:lnTo>
                  <a:pt x="139082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5569630" y="-2704983"/>
            <a:ext cx="7148739" cy="19220773"/>
            <a:chOff x="0" y="0"/>
            <a:chExt cx="1882796" cy="5062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2796" cy="5062261"/>
            </a:xfrm>
            <a:custGeom>
              <a:avLst/>
              <a:gdLst/>
              <a:ahLst/>
              <a:cxnLst/>
              <a:rect r="r" b="b" t="t" l="l"/>
              <a:pathLst>
                <a:path h="5062261" w="1882796">
                  <a:moveTo>
                    <a:pt x="55232" y="0"/>
                  </a:moveTo>
                  <a:lnTo>
                    <a:pt x="1827564" y="0"/>
                  </a:lnTo>
                  <a:cubicBezTo>
                    <a:pt x="1858067" y="0"/>
                    <a:pt x="1882796" y="24728"/>
                    <a:pt x="1882796" y="55232"/>
                  </a:cubicBezTo>
                  <a:lnTo>
                    <a:pt x="1882796" y="5007029"/>
                  </a:lnTo>
                  <a:cubicBezTo>
                    <a:pt x="1882796" y="5021678"/>
                    <a:pt x="1876977" y="5035726"/>
                    <a:pt x="1866618" y="5046084"/>
                  </a:cubicBezTo>
                  <a:cubicBezTo>
                    <a:pt x="1856261" y="5056442"/>
                    <a:pt x="1842212" y="5062261"/>
                    <a:pt x="1827564" y="5062261"/>
                  </a:cubicBezTo>
                  <a:lnTo>
                    <a:pt x="55232" y="5062261"/>
                  </a:lnTo>
                  <a:cubicBezTo>
                    <a:pt x="24728" y="5062261"/>
                    <a:pt x="0" y="5037533"/>
                    <a:pt x="0" y="5007029"/>
                  </a:cubicBezTo>
                  <a:lnTo>
                    <a:pt x="0" y="55232"/>
                  </a:lnTo>
                  <a:cubicBezTo>
                    <a:pt x="0" y="24728"/>
                    <a:pt x="24728" y="0"/>
                    <a:pt x="55232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82796" cy="5100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2555564">
            <a:off x="14549494" y="2240821"/>
            <a:ext cx="2491915" cy="2180425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-855432">
              <a:off x="38830" y="-40036"/>
              <a:ext cx="800232" cy="741723"/>
            </a:xfrm>
            <a:custGeom>
              <a:avLst/>
              <a:gdLst/>
              <a:ahLst/>
              <a:cxnLst/>
              <a:rect r="r" b="b" t="t" l="l"/>
              <a:pathLst>
                <a:path h="741723" w="800232">
                  <a:moveTo>
                    <a:pt x="64527" y="68898"/>
                  </a:moveTo>
                  <a:cubicBezTo>
                    <a:pt x="-26085" y="157897"/>
                    <a:pt x="-7112" y="271754"/>
                    <a:pt x="35625" y="340484"/>
                  </a:cubicBezTo>
                  <a:lnTo>
                    <a:pt x="285662" y="741723"/>
                  </a:lnTo>
                  <a:lnTo>
                    <a:pt x="689645" y="507879"/>
                  </a:lnTo>
                  <a:cubicBezTo>
                    <a:pt x="757100" y="462765"/>
                    <a:pt x="793022" y="405859"/>
                    <a:pt x="799376" y="333944"/>
                  </a:cubicBezTo>
                  <a:cubicBezTo>
                    <a:pt x="808188" y="234468"/>
                    <a:pt x="748288" y="140332"/>
                    <a:pt x="653713" y="105032"/>
                  </a:cubicBezTo>
                  <a:cubicBezTo>
                    <a:pt x="595692" y="83451"/>
                    <a:pt x="533776" y="85689"/>
                    <a:pt x="479304" y="111635"/>
                  </a:cubicBezTo>
                  <a:cubicBezTo>
                    <a:pt x="464643" y="118615"/>
                    <a:pt x="450967" y="127107"/>
                    <a:pt x="438432" y="136931"/>
                  </a:cubicBezTo>
                  <a:cubicBezTo>
                    <a:pt x="430779" y="120175"/>
                    <a:pt x="420894" y="104115"/>
                    <a:pt x="408922" y="89065"/>
                  </a:cubicBezTo>
                  <a:cubicBezTo>
                    <a:pt x="367190" y="36617"/>
                    <a:pt x="305320" y="4282"/>
                    <a:pt x="238998" y="351"/>
                  </a:cubicBezTo>
                  <a:cubicBezTo>
                    <a:pt x="176165" y="-3298"/>
                    <a:pt x="112587" y="21676"/>
                    <a:pt x="64527" y="68898"/>
                  </a:cubicBezTo>
                  <a:close/>
                </a:path>
              </a:pathLst>
            </a:custGeom>
            <a:blipFill>
              <a:blip r:embed="rId2"/>
              <a:stretch>
                <a:fillRect l="-162" t="-35063" r="-1408" b="-191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958093" y="7751363"/>
            <a:ext cx="1334487" cy="1909821"/>
            <a:chOff x="0" y="0"/>
            <a:chExt cx="1779316" cy="25464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0939" y="554220"/>
              <a:ext cx="1597438" cy="1597438"/>
            </a:xfrm>
            <a:custGeom>
              <a:avLst/>
              <a:gdLst/>
              <a:ahLst/>
              <a:cxnLst/>
              <a:rect r="r" b="b" t="t" l="l"/>
              <a:pathLst>
                <a:path h="1597438" w="1597438">
                  <a:moveTo>
                    <a:pt x="0" y="0"/>
                  </a:moveTo>
                  <a:lnTo>
                    <a:pt x="1597438" y="0"/>
                  </a:lnTo>
                  <a:lnTo>
                    <a:pt x="1597438" y="1597438"/>
                  </a:lnTo>
                  <a:lnTo>
                    <a:pt x="0" y="1597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9316" cy="2546427"/>
            </a:xfrm>
            <a:custGeom>
              <a:avLst/>
              <a:gdLst/>
              <a:ahLst/>
              <a:cxnLst/>
              <a:rect r="r" b="b" t="t" l="l"/>
              <a:pathLst>
                <a:path h="2546427" w="1779316">
                  <a:moveTo>
                    <a:pt x="0" y="0"/>
                  </a:moveTo>
                  <a:lnTo>
                    <a:pt x="1779316" y="0"/>
                  </a:lnTo>
                  <a:lnTo>
                    <a:pt x="1779316" y="2546427"/>
                  </a:lnTo>
                  <a:lnTo>
                    <a:pt x="0" y="2546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4325" y="9698800"/>
            <a:ext cx="704503" cy="780973"/>
          </a:xfrm>
          <a:custGeom>
            <a:avLst/>
            <a:gdLst/>
            <a:ahLst/>
            <a:cxnLst/>
            <a:rect r="r" b="b" t="t" l="l"/>
            <a:pathLst>
              <a:path h="780973" w="704503">
                <a:moveTo>
                  <a:pt x="0" y="0"/>
                </a:moveTo>
                <a:lnTo>
                  <a:pt x="704502" y="0"/>
                </a:lnTo>
                <a:lnTo>
                  <a:pt x="704502" y="780973"/>
                </a:lnTo>
                <a:lnTo>
                  <a:pt x="0" y="7809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10172" y="9536259"/>
            <a:ext cx="252808" cy="249849"/>
          </a:xfrm>
          <a:custGeom>
            <a:avLst/>
            <a:gdLst/>
            <a:ahLst/>
            <a:cxnLst/>
            <a:rect r="r" b="b" t="t" l="l"/>
            <a:pathLst>
              <a:path h="249849" w="252808">
                <a:moveTo>
                  <a:pt x="0" y="0"/>
                </a:moveTo>
                <a:lnTo>
                  <a:pt x="252808" y="0"/>
                </a:lnTo>
                <a:lnTo>
                  <a:pt x="252808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36576" y="9422048"/>
            <a:ext cx="478270" cy="478270"/>
          </a:xfrm>
          <a:custGeom>
            <a:avLst/>
            <a:gdLst/>
            <a:ahLst/>
            <a:cxnLst/>
            <a:rect r="r" b="b" t="t" l="l"/>
            <a:pathLst>
              <a:path h="478270" w="478270">
                <a:moveTo>
                  <a:pt x="0" y="0"/>
                </a:moveTo>
                <a:lnTo>
                  <a:pt x="478270" y="0"/>
                </a:lnTo>
                <a:lnTo>
                  <a:pt x="478270" y="478270"/>
                </a:lnTo>
                <a:lnTo>
                  <a:pt x="0" y="478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527" y="9536259"/>
            <a:ext cx="139082" cy="249849"/>
          </a:xfrm>
          <a:custGeom>
            <a:avLst/>
            <a:gdLst/>
            <a:ahLst/>
            <a:cxnLst/>
            <a:rect r="r" b="b" t="t" l="l"/>
            <a:pathLst>
              <a:path h="249849" w="139082">
                <a:moveTo>
                  <a:pt x="0" y="0"/>
                </a:moveTo>
                <a:lnTo>
                  <a:pt x="139082" y="0"/>
                </a:lnTo>
                <a:lnTo>
                  <a:pt x="139082" y="249848"/>
                </a:lnTo>
                <a:lnTo>
                  <a:pt x="0" y="24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493371" y="1510802"/>
            <a:ext cx="11301259" cy="2782935"/>
          </a:xfrm>
          <a:custGeom>
            <a:avLst/>
            <a:gdLst/>
            <a:ahLst/>
            <a:cxnLst/>
            <a:rect r="r" b="b" t="t" l="l"/>
            <a:pathLst>
              <a:path h="2782935" w="11301259">
                <a:moveTo>
                  <a:pt x="0" y="0"/>
                </a:moveTo>
                <a:lnTo>
                  <a:pt x="11301258" y="0"/>
                </a:lnTo>
                <a:lnTo>
                  <a:pt x="11301258" y="2782935"/>
                </a:lnTo>
                <a:lnTo>
                  <a:pt x="0" y="27829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717605" y="5181600"/>
            <a:ext cx="3815464" cy="102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6"/>
              </a:lnSpc>
            </a:pPr>
            <a:r>
              <a:rPr lang="en-US" b="true" sz="701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GRACIAS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58906" y="6487028"/>
            <a:ext cx="8132862" cy="102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6"/>
              </a:lnSpc>
            </a:pPr>
            <a:r>
              <a:rPr lang="en-US" b="true" sz="701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DAHG2VacSzw</dc:identifier>
  <dcterms:modified xsi:type="dcterms:W3CDTF">2011-08-01T06:04:30Z</dcterms:modified>
  <cp:revision>1</cp:revision>
  <dc:title>PPT UNILIB</dc:title>
</cp:coreProperties>
</file>